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5"/>
  </p:notesMasterIdLst>
  <p:sldIdLst>
    <p:sldId id="530" r:id="rId5"/>
    <p:sldId id="531" r:id="rId6"/>
    <p:sldId id="533" r:id="rId7"/>
    <p:sldId id="535" r:id="rId8"/>
    <p:sldId id="547" r:id="rId9"/>
    <p:sldId id="548" r:id="rId10"/>
    <p:sldId id="549" r:id="rId11"/>
    <p:sldId id="534" r:id="rId12"/>
    <p:sldId id="546" r:id="rId13"/>
    <p:sldId id="536" r:id="rId14"/>
    <p:sldId id="550" r:id="rId15"/>
    <p:sldId id="545" r:id="rId16"/>
    <p:sldId id="551" r:id="rId17"/>
    <p:sldId id="552" r:id="rId18"/>
    <p:sldId id="553" r:id="rId19"/>
    <p:sldId id="554" r:id="rId20"/>
    <p:sldId id="555" r:id="rId21"/>
    <p:sldId id="556" r:id="rId22"/>
    <p:sldId id="538" r:id="rId23"/>
    <p:sldId id="544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02857"/>
    <a:srgbClr val="8822EE"/>
    <a:srgbClr val="F01688"/>
    <a:srgbClr val="2F21F3"/>
    <a:srgbClr val="FEB52B"/>
    <a:srgbClr val="F01689"/>
    <a:srgbClr val="6F22E3"/>
    <a:srgbClr val="E218A3"/>
    <a:srgbClr val="BA20DB"/>
    <a:srgbClr val="6A23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422"/>
  </p:normalViewPr>
  <p:slideViewPr>
    <p:cSldViewPr snapToGrid="0">
      <p:cViewPr varScale="1">
        <p:scale>
          <a:sx n="96" d="100"/>
          <a:sy n="96" d="100"/>
        </p:scale>
        <p:origin x="56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00BCFC-AFFD-334C-A183-6116BAFDF92B}" type="datetimeFigureOut">
              <a:rPr lang="en-US" smtClean="0"/>
              <a:t>1/5/2026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C058E0-0852-DB43-83D6-BD76659FF1D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93068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2">
            <a:extLst>
              <a:ext uri="{FF2B5EF4-FFF2-40B4-BE49-F238E27FC236}">
                <a16:creationId xmlns:a16="http://schemas.microsoft.com/office/drawing/2014/main" id="{F51FEA09-E4BD-0741-D624-EED4A231C599}"/>
              </a:ext>
            </a:extLst>
          </p:cNvPr>
          <p:cNvSpPr/>
          <p:nvPr userDrawn="1"/>
        </p:nvSpPr>
        <p:spPr>
          <a:xfrm rot="10800000">
            <a:off x="853427" y="5650992"/>
            <a:ext cx="6821472" cy="1207007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0"/>
                </a:schemeClr>
              </a:gs>
              <a:gs pos="99000">
                <a:schemeClr val="accent3">
                  <a:alpha val="71647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7" name="Freeform 9">
            <a:extLst>
              <a:ext uri="{FF2B5EF4-FFF2-40B4-BE49-F238E27FC236}">
                <a16:creationId xmlns:a16="http://schemas.microsoft.com/office/drawing/2014/main" id="{B707B5BA-AB15-D1EF-EBC5-F38FCE20FC52}"/>
              </a:ext>
            </a:extLst>
          </p:cNvPr>
          <p:cNvSpPr/>
          <p:nvPr userDrawn="1"/>
        </p:nvSpPr>
        <p:spPr>
          <a:xfrm rot="710202" flipV="1">
            <a:off x="-145573" y="4175628"/>
            <a:ext cx="6040006" cy="3240870"/>
          </a:xfrm>
          <a:custGeom>
            <a:avLst/>
            <a:gdLst>
              <a:gd name="connsiteX0" fmla="*/ 480125 w 6747252"/>
              <a:gd name="connsiteY0" fmla="*/ 0 h 3620355"/>
              <a:gd name="connsiteX1" fmla="*/ 6747252 w 6747252"/>
              <a:gd name="connsiteY1" fmla="*/ 1313462 h 3620355"/>
              <a:gd name="connsiteX2" fmla="*/ 6355443 w 6747252"/>
              <a:gd name="connsiteY2" fmla="*/ 1443581 h 3620355"/>
              <a:gd name="connsiteX3" fmla="*/ 4058536 w 6747252"/>
              <a:gd name="connsiteY3" fmla="*/ 2678500 h 3620355"/>
              <a:gd name="connsiteX4" fmla="*/ 33178 w 6747252"/>
              <a:gd name="connsiteY4" fmla="*/ 2369641 h 3620355"/>
              <a:gd name="connsiteX5" fmla="*/ 0 w 6747252"/>
              <a:gd name="connsiteY5" fmla="*/ 2290898 h 3620355"/>
              <a:gd name="connsiteX6" fmla="*/ 480125 w 6747252"/>
              <a:gd name="connsiteY6" fmla="*/ 0 h 3620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47252" h="3620355">
                <a:moveTo>
                  <a:pt x="480125" y="0"/>
                </a:moveTo>
                <a:lnTo>
                  <a:pt x="6747252" y="1313462"/>
                </a:lnTo>
                <a:lnTo>
                  <a:pt x="6355443" y="1443581"/>
                </a:lnTo>
                <a:cubicBezTo>
                  <a:pt x="5476828" y="1758684"/>
                  <a:pt x="4659690" y="2192443"/>
                  <a:pt x="4058536" y="2678500"/>
                </a:cubicBezTo>
                <a:cubicBezTo>
                  <a:pt x="2102261" y="4268418"/>
                  <a:pt x="625747" y="3626023"/>
                  <a:pt x="33178" y="2369641"/>
                </a:cubicBezTo>
                <a:lnTo>
                  <a:pt x="0" y="2290898"/>
                </a:lnTo>
                <a:lnTo>
                  <a:pt x="480125" y="0"/>
                </a:lnTo>
                <a:close/>
              </a:path>
            </a:pathLst>
          </a:custGeom>
          <a:gradFill flip="none" rotWithShape="1">
            <a:gsLst>
              <a:gs pos="97000">
                <a:schemeClr val="accent3">
                  <a:lumMod val="50000"/>
                  <a:alpha val="21210"/>
                </a:schemeClr>
              </a:gs>
              <a:gs pos="72000">
                <a:schemeClr val="accent4">
                  <a:lumMod val="50000"/>
                </a:schemeClr>
              </a:gs>
              <a:gs pos="3000">
                <a:schemeClr val="accent6">
                  <a:alpha val="53787"/>
                </a:schemeClr>
              </a:gs>
            </a:gsLst>
            <a:lin ang="81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1AF73CC-B23B-6DCD-7E3E-8213485DF9B7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095999" y="3104925"/>
            <a:ext cx="0" cy="165518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reeform 1">
            <a:extLst>
              <a:ext uri="{FF2B5EF4-FFF2-40B4-BE49-F238E27FC236}">
                <a16:creationId xmlns:a16="http://schemas.microsoft.com/office/drawing/2014/main" id="{0319ECD0-7050-C18F-AC35-7F8DFA288A58}"/>
              </a:ext>
            </a:extLst>
          </p:cNvPr>
          <p:cNvSpPr/>
          <p:nvPr userDrawn="1"/>
        </p:nvSpPr>
        <p:spPr>
          <a:xfrm>
            <a:off x="-24334" y="1"/>
            <a:ext cx="12218982" cy="6860673"/>
          </a:xfrm>
          <a:custGeom>
            <a:avLst/>
            <a:gdLst>
              <a:gd name="connsiteX0" fmla="*/ 4456 w 12218982"/>
              <a:gd name="connsiteY0" fmla="*/ 0 h 6860673"/>
              <a:gd name="connsiteX1" fmla="*/ 3150735 w 12218982"/>
              <a:gd name="connsiteY1" fmla="*/ 0 h 6860673"/>
              <a:gd name="connsiteX2" fmla="*/ 3150734 w 12218982"/>
              <a:gd name="connsiteY2" fmla="*/ 1 h 6860673"/>
              <a:gd name="connsiteX3" fmla="*/ 3275209 w 12218982"/>
              <a:gd name="connsiteY3" fmla="*/ 1 h 6860673"/>
              <a:gd name="connsiteX4" fmla="*/ 3275209 w 12218982"/>
              <a:gd name="connsiteY4" fmla="*/ 0 h 6860673"/>
              <a:gd name="connsiteX5" fmla="*/ 12218982 w 12218982"/>
              <a:gd name="connsiteY5" fmla="*/ 0 h 6860673"/>
              <a:gd name="connsiteX6" fmla="*/ 12218982 w 12218982"/>
              <a:gd name="connsiteY6" fmla="*/ 1983013 h 6860673"/>
              <a:gd name="connsiteX7" fmla="*/ 12062259 w 12218982"/>
              <a:gd name="connsiteY7" fmla="*/ 2024385 h 6860673"/>
              <a:gd name="connsiteX8" fmla="*/ 10972986 w 12218982"/>
              <a:gd name="connsiteY8" fmla="*/ 2139627 h 6860673"/>
              <a:gd name="connsiteX9" fmla="*/ 5417726 w 12218982"/>
              <a:gd name="connsiteY9" fmla="*/ 115939 h 6860673"/>
              <a:gd name="connsiteX10" fmla="*/ 5011629 w 12218982"/>
              <a:gd name="connsiteY10" fmla="*/ 121918 h 6860673"/>
              <a:gd name="connsiteX11" fmla="*/ 4783396 w 12218982"/>
              <a:gd name="connsiteY11" fmla="*/ 139697 h 6860673"/>
              <a:gd name="connsiteX12" fmla="*/ 4570293 w 12218982"/>
              <a:gd name="connsiteY12" fmla="*/ 145085 h 6860673"/>
              <a:gd name="connsiteX13" fmla="*/ 692864 w 12218982"/>
              <a:gd name="connsiteY13" fmla="*/ 2723368 h 6860673"/>
              <a:gd name="connsiteX14" fmla="*/ 653810 w 12218982"/>
              <a:gd name="connsiteY14" fmla="*/ 2809752 h 6860673"/>
              <a:gd name="connsiteX15" fmla="*/ 633474 w 12218982"/>
              <a:gd name="connsiteY15" fmla="*/ 2851993 h 6860673"/>
              <a:gd name="connsiteX16" fmla="*/ 551923 w 12218982"/>
              <a:gd name="connsiteY16" fmla="*/ 3041708 h 6860673"/>
              <a:gd name="connsiteX17" fmla="*/ 532245 w 12218982"/>
              <a:gd name="connsiteY17" fmla="*/ 3101107 h 6860673"/>
              <a:gd name="connsiteX18" fmla="*/ 519820 w 12218982"/>
              <a:gd name="connsiteY18" fmla="*/ 3132620 h 6860673"/>
              <a:gd name="connsiteX19" fmla="*/ 242995 w 12218982"/>
              <a:gd name="connsiteY19" fmla="*/ 4701210 h 6860673"/>
              <a:gd name="connsiteX20" fmla="*/ 692864 w 12218982"/>
              <a:gd name="connsiteY20" fmla="*/ 6679052 h 6860673"/>
              <a:gd name="connsiteX21" fmla="*/ 784515 w 12218982"/>
              <a:gd name="connsiteY21" fmla="*/ 6858000 h 6860673"/>
              <a:gd name="connsiteX22" fmla="*/ 341340 w 12218982"/>
              <a:gd name="connsiteY22" fmla="*/ 6858000 h 6860673"/>
              <a:gd name="connsiteX23" fmla="*/ 341340 w 12218982"/>
              <a:gd name="connsiteY23" fmla="*/ 6860673 h 6860673"/>
              <a:gd name="connsiteX24" fmla="*/ 4456 w 12218982"/>
              <a:gd name="connsiteY24" fmla="*/ 6860673 h 6860673"/>
              <a:gd name="connsiteX25" fmla="*/ 4456 w 12218982"/>
              <a:gd name="connsiteY25" fmla="*/ 2794000 h 6860673"/>
              <a:gd name="connsiteX26" fmla="*/ 0 w 12218982"/>
              <a:gd name="connsiteY26" fmla="*/ 2794000 h 6860673"/>
              <a:gd name="connsiteX27" fmla="*/ 0 w 12218982"/>
              <a:gd name="connsiteY27" fmla="*/ 2022550 h 6860673"/>
              <a:gd name="connsiteX28" fmla="*/ 4456 w 12218982"/>
              <a:gd name="connsiteY28" fmla="*/ 2022550 h 6860673"/>
              <a:gd name="connsiteX29" fmla="*/ 4456 w 12218982"/>
              <a:gd name="connsiteY29" fmla="*/ 1646989 h 6860673"/>
              <a:gd name="connsiteX30" fmla="*/ 4456 w 12218982"/>
              <a:gd name="connsiteY30" fmla="*/ 0 h 6860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218982" h="6860673">
                <a:moveTo>
                  <a:pt x="4456" y="0"/>
                </a:moveTo>
                <a:lnTo>
                  <a:pt x="3150735" y="0"/>
                </a:lnTo>
                <a:lnTo>
                  <a:pt x="3150734" y="1"/>
                </a:lnTo>
                <a:lnTo>
                  <a:pt x="3275209" y="1"/>
                </a:lnTo>
                <a:lnTo>
                  <a:pt x="3275209" y="0"/>
                </a:lnTo>
                <a:lnTo>
                  <a:pt x="12218982" y="0"/>
                </a:lnTo>
                <a:lnTo>
                  <a:pt x="12218982" y="1983013"/>
                </a:lnTo>
                <a:lnTo>
                  <a:pt x="12062259" y="2024385"/>
                </a:lnTo>
                <a:cubicBezTo>
                  <a:pt x="11728036" y="2099441"/>
                  <a:pt x="11364094" y="2141640"/>
                  <a:pt x="10972986" y="2139627"/>
                </a:cubicBezTo>
                <a:cubicBezTo>
                  <a:pt x="8748018" y="2128176"/>
                  <a:pt x="7788484" y="155587"/>
                  <a:pt x="5417726" y="115939"/>
                </a:cubicBezTo>
                <a:cubicBezTo>
                  <a:pt x="5278815" y="113616"/>
                  <a:pt x="5143479" y="115764"/>
                  <a:pt x="5011629" y="121918"/>
                </a:cubicBezTo>
                <a:lnTo>
                  <a:pt x="4783396" y="139697"/>
                </a:lnTo>
                <a:lnTo>
                  <a:pt x="4570293" y="145085"/>
                </a:lnTo>
                <a:cubicBezTo>
                  <a:pt x="2859647" y="231798"/>
                  <a:pt x="1397605" y="1260791"/>
                  <a:pt x="692864" y="2723368"/>
                </a:cubicBezTo>
                <a:lnTo>
                  <a:pt x="653810" y="2809752"/>
                </a:lnTo>
                <a:lnTo>
                  <a:pt x="633474" y="2851993"/>
                </a:lnTo>
                <a:cubicBezTo>
                  <a:pt x="600933" y="2920155"/>
                  <a:pt x="575052" y="2977311"/>
                  <a:pt x="551923" y="3041708"/>
                </a:cubicBezTo>
                <a:lnTo>
                  <a:pt x="532245" y="3101107"/>
                </a:lnTo>
                <a:lnTo>
                  <a:pt x="519820" y="3132620"/>
                </a:lnTo>
                <a:cubicBezTo>
                  <a:pt x="340732" y="3621732"/>
                  <a:pt x="242995" y="4150057"/>
                  <a:pt x="242995" y="4701210"/>
                </a:cubicBezTo>
                <a:cubicBezTo>
                  <a:pt x="242995" y="5409836"/>
                  <a:pt x="404560" y="6080725"/>
                  <a:pt x="692864" y="6679052"/>
                </a:cubicBezTo>
                <a:lnTo>
                  <a:pt x="784515" y="6858000"/>
                </a:lnTo>
                <a:lnTo>
                  <a:pt x="341340" y="6858000"/>
                </a:lnTo>
                <a:lnTo>
                  <a:pt x="341340" y="6860673"/>
                </a:lnTo>
                <a:lnTo>
                  <a:pt x="4456" y="6860673"/>
                </a:lnTo>
                <a:lnTo>
                  <a:pt x="4456" y="2794000"/>
                </a:lnTo>
                <a:lnTo>
                  <a:pt x="0" y="2794000"/>
                </a:lnTo>
                <a:lnTo>
                  <a:pt x="0" y="2022550"/>
                </a:lnTo>
                <a:lnTo>
                  <a:pt x="4456" y="2022550"/>
                </a:lnTo>
                <a:lnTo>
                  <a:pt x="4456" y="1646989"/>
                </a:lnTo>
                <a:lnTo>
                  <a:pt x="4456" y="0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31889"/>
                </a:schemeClr>
              </a:gs>
              <a:gs pos="77000">
                <a:schemeClr val="accent3">
                  <a:lumMod val="25000"/>
                  <a:alpha val="0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 3">
            <a:extLst>
              <a:ext uri="{FF2B5EF4-FFF2-40B4-BE49-F238E27FC236}">
                <a16:creationId xmlns:a16="http://schemas.microsoft.com/office/drawing/2014/main" id="{332954FC-1C1B-B277-413F-3CBA66FD1EAD}"/>
              </a:ext>
            </a:extLst>
          </p:cNvPr>
          <p:cNvSpPr/>
          <p:nvPr userDrawn="1"/>
        </p:nvSpPr>
        <p:spPr>
          <a:xfrm flipH="1" flipV="1">
            <a:off x="-26982" y="9939"/>
            <a:ext cx="12218982" cy="6860673"/>
          </a:xfrm>
          <a:custGeom>
            <a:avLst/>
            <a:gdLst>
              <a:gd name="connsiteX0" fmla="*/ 4456 w 12218982"/>
              <a:gd name="connsiteY0" fmla="*/ 0 h 6860673"/>
              <a:gd name="connsiteX1" fmla="*/ 3150735 w 12218982"/>
              <a:gd name="connsiteY1" fmla="*/ 0 h 6860673"/>
              <a:gd name="connsiteX2" fmla="*/ 3150734 w 12218982"/>
              <a:gd name="connsiteY2" fmla="*/ 1 h 6860673"/>
              <a:gd name="connsiteX3" fmla="*/ 3275209 w 12218982"/>
              <a:gd name="connsiteY3" fmla="*/ 1 h 6860673"/>
              <a:gd name="connsiteX4" fmla="*/ 3275209 w 12218982"/>
              <a:gd name="connsiteY4" fmla="*/ 0 h 6860673"/>
              <a:gd name="connsiteX5" fmla="*/ 12218982 w 12218982"/>
              <a:gd name="connsiteY5" fmla="*/ 0 h 6860673"/>
              <a:gd name="connsiteX6" fmla="*/ 12218982 w 12218982"/>
              <a:gd name="connsiteY6" fmla="*/ 1983013 h 6860673"/>
              <a:gd name="connsiteX7" fmla="*/ 12062259 w 12218982"/>
              <a:gd name="connsiteY7" fmla="*/ 2024385 h 6860673"/>
              <a:gd name="connsiteX8" fmla="*/ 10972986 w 12218982"/>
              <a:gd name="connsiteY8" fmla="*/ 2139627 h 6860673"/>
              <a:gd name="connsiteX9" fmla="*/ 5417726 w 12218982"/>
              <a:gd name="connsiteY9" fmla="*/ 115939 h 6860673"/>
              <a:gd name="connsiteX10" fmla="*/ 5011629 w 12218982"/>
              <a:gd name="connsiteY10" fmla="*/ 121918 h 6860673"/>
              <a:gd name="connsiteX11" fmla="*/ 4783396 w 12218982"/>
              <a:gd name="connsiteY11" fmla="*/ 139697 h 6860673"/>
              <a:gd name="connsiteX12" fmla="*/ 4570293 w 12218982"/>
              <a:gd name="connsiteY12" fmla="*/ 145085 h 6860673"/>
              <a:gd name="connsiteX13" fmla="*/ 692864 w 12218982"/>
              <a:gd name="connsiteY13" fmla="*/ 2723368 h 6860673"/>
              <a:gd name="connsiteX14" fmla="*/ 653810 w 12218982"/>
              <a:gd name="connsiteY14" fmla="*/ 2809752 h 6860673"/>
              <a:gd name="connsiteX15" fmla="*/ 633474 w 12218982"/>
              <a:gd name="connsiteY15" fmla="*/ 2851993 h 6860673"/>
              <a:gd name="connsiteX16" fmla="*/ 551923 w 12218982"/>
              <a:gd name="connsiteY16" fmla="*/ 3041708 h 6860673"/>
              <a:gd name="connsiteX17" fmla="*/ 532245 w 12218982"/>
              <a:gd name="connsiteY17" fmla="*/ 3101107 h 6860673"/>
              <a:gd name="connsiteX18" fmla="*/ 519820 w 12218982"/>
              <a:gd name="connsiteY18" fmla="*/ 3132620 h 6860673"/>
              <a:gd name="connsiteX19" fmla="*/ 242995 w 12218982"/>
              <a:gd name="connsiteY19" fmla="*/ 4701210 h 6860673"/>
              <a:gd name="connsiteX20" fmla="*/ 692864 w 12218982"/>
              <a:gd name="connsiteY20" fmla="*/ 6679052 h 6860673"/>
              <a:gd name="connsiteX21" fmla="*/ 784515 w 12218982"/>
              <a:gd name="connsiteY21" fmla="*/ 6858000 h 6860673"/>
              <a:gd name="connsiteX22" fmla="*/ 341340 w 12218982"/>
              <a:gd name="connsiteY22" fmla="*/ 6858000 h 6860673"/>
              <a:gd name="connsiteX23" fmla="*/ 341340 w 12218982"/>
              <a:gd name="connsiteY23" fmla="*/ 6860673 h 6860673"/>
              <a:gd name="connsiteX24" fmla="*/ 4456 w 12218982"/>
              <a:gd name="connsiteY24" fmla="*/ 6860673 h 6860673"/>
              <a:gd name="connsiteX25" fmla="*/ 4456 w 12218982"/>
              <a:gd name="connsiteY25" fmla="*/ 2794000 h 6860673"/>
              <a:gd name="connsiteX26" fmla="*/ 0 w 12218982"/>
              <a:gd name="connsiteY26" fmla="*/ 2794000 h 6860673"/>
              <a:gd name="connsiteX27" fmla="*/ 0 w 12218982"/>
              <a:gd name="connsiteY27" fmla="*/ 2022550 h 6860673"/>
              <a:gd name="connsiteX28" fmla="*/ 4456 w 12218982"/>
              <a:gd name="connsiteY28" fmla="*/ 2022550 h 6860673"/>
              <a:gd name="connsiteX29" fmla="*/ 4456 w 12218982"/>
              <a:gd name="connsiteY29" fmla="*/ 1646989 h 6860673"/>
              <a:gd name="connsiteX30" fmla="*/ 4456 w 12218982"/>
              <a:gd name="connsiteY30" fmla="*/ 0 h 6860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218982" h="6860673">
                <a:moveTo>
                  <a:pt x="4456" y="0"/>
                </a:moveTo>
                <a:lnTo>
                  <a:pt x="3150735" y="0"/>
                </a:lnTo>
                <a:lnTo>
                  <a:pt x="3150734" y="1"/>
                </a:lnTo>
                <a:lnTo>
                  <a:pt x="3275209" y="1"/>
                </a:lnTo>
                <a:lnTo>
                  <a:pt x="3275209" y="0"/>
                </a:lnTo>
                <a:lnTo>
                  <a:pt x="12218982" y="0"/>
                </a:lnTo>
                <a:lnTo>
                  <a:pt x="12218982" y="1983013"/>
                </a:lnTo>
                <a:lnTo>
                  <a:pt x="12062259" y="2024385"/>
                </a:lnTo>
                <a:cubicBezTo>
                  <a:pt x="11728036" y="2099441"/>
                  <a:pt x="11364094" y="2141640"/>
                  <a:pt x="10972986" y="2139627"/>
                </a:cubicBezTo>
                <a:cubicBezTo>
                  <a:pt x="8748018" y="2128176"/>
                  <a:pt x="7788484" y="155587"/>
                  <a:pt x="5417726" y="115939"/>
                </a:cubicBezTo>
                <a:cubicBezTo>
                  <a:pt x="5278815" y="113616"/>
                  <a:pt x="5143479" y="115764"/>
                  <a:pt x="5011629" y="121918"/>
                </a:cubicBezTo>
                <a:lnTo>
                  <a:pt x="4783396" y="139697"/>
                </a:lnTo>
                <a:lnTo>
                  <a:pt x="4570293" y="145085"/>
                </a:lnTo>
                <a:cubicBezTo>
                  <a:pt x="2859647" y="231798"/>
                  <a:pt x="1397605" y="1260791"/>
                  <a:pt x="692864" y="2723368"/>
                </a:cubicBezTo>
                <a:lnTo>
                  <a:pt x="653810" y="2809752"/>
                </a:lnTo>
                <a:lnTo>
                  <a:pt x="633474" y="2851993"/>
                </a:lnTo>
                <a:cubicBezTo>
                  <a:pt x="600933" y="2920155"/>
                  <a:pt x="575052" y="2977311"/>
                  <a:pt x="551923" y="3041708"/>
                </a:cubicBezTo>
                <a:lnTo>
                  <a:pt x="532245" y="3101107"/>
                </a:lnTo>
                <a:lnTo>
                  <a:pt x="519820" y="3132620"/>
                </a:lnTo>
                <a:cubicBezTo>
                  <a:pt x="340732" y="3621732"/>
                  <a:pt x="242995" y="4150057"/>
                  <a:pt x="242995" y="4701210"/>
                </a:cubicBezTo>
                <a:cubicBezTo>
                  <a:pt x="242995" y="5409836"/>
                  <a:pt x="404560" y="6080725"/>
                  <a:pt x="692864" y="6679052"/>
                </a:cubicBezTo>
                <a:lnTo>
                  <a:pt x="784515" y="6858000"/>
                </a:lnTo>
                <a:lnTo>
                  <a:pt x="341340" y="6858000"/>
                </a:lnTo>
                <a:lnTo>
                  <a:pt x="341340" y="6860673"/>
                </a:lnTo>
                <a:lnTo>
                  <a:pt x="4456" y="6860673"/>
                </a:lnTo>
                <a:lnTo>
                  <a:pt x="4456" y="2794000"/>
                </a:lnTo>
                <a:lnTo>
                  <a:pt x="0" y="2794000"/>
                </a:lnTo>
                <a:lnTo>
                  <a:pt x="0" y="2022550"/>
                </a:lnTo>
                <a:lnTo>
                  <a:pt x="4456" y="2022550"/>
                </a:lnTo>
                <a:lnTo>
                  <a:pt x="4456" y="1646989"/>
                </a:lnTo>
                <a:lnTo>
                  <a:pt x="4456" y="0"/>
                </a:lnTo>
                <a:close/>
              </a:path>
            </a:pathLst>
          </a:custGeom>
          <a:gradFill>
            <a:gsLst>
              <a:gs pos="0">
                <a:schemeClr val="accent3">
                  <a:lumMod val="50000"/>
                </a:schemeClr>
              </a:gs>
              <a:gs pos="77000">
                <a:schemeClr val="accent3">
                  <a:lumMod val="25000"/>
                  <a:alpha val="0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4">
            <a:extLst>
              <a:ext uri="{FF2B5EF4-FFF2-40B4-BE49-F238E27FC236}">
                <a16:creationId xmlns:a16="http://schemas.microsoft.com/office/drawing/2014/main" id="{9AD65933-4DAE-2A46-C7F9-2A20CB244088}"/>
              </a:ext>
            </a:extLst>
          </p:cNvPr>
          <p:cNvSpPr/>
          <p:nvPr userDrawn="1"/>
        </p:nvSpPr>
        <p:spPr>
          <a:xfrm>
            <a:off x="4603793" y="0"/>
            <a:ext cx="6821472" cy="1207007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41000">
                <a:schemeClr val="accent5">
                  <a:alpha val="21000"/>
                </a:schemeClr>
              </a:gs>
              <a:gs pos="98000">
                <a:schemeClr val="accent5">
                  <a:lumMod val="50000"/>
                </a:schemeClr>
              </a:gs>
            </a:gsLst>
            <a:lin ang="132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Freeform 5">
            <a:extLst>
              <a:ext uri="{FF2B5EF4-FFF2-40B4-BE49-F238E27FC236}">
                <a16:creationId xmlns:a16="http://schemas.microsoft.com/office/drawing/2014/main" id="{078C0FDD-401B-0E80-5823-215C99BAE6B2}"/>
              </a:ext>
            </a:extLst>
          </p:cNvPr>
          <p:cNvSpPr/>
          <p:nvPr userDrawn="1"/>
        </p:nvSpPr>
        <p:spPr>
          <a:xfrm rot="710202" flipH="1">
            <a:off x="6511239" y="-551340"/>
            <a:ext cx="5838132" cy="3132551"/>
          </a:xfrm>
          <a:custGeom>
            <a:avLst/>
            <a:gdLst>
              <a:gd name="connsiteX0" fmla="*/ 480125 w 6747252"/>
              <a:gd name="connsiteY0" fmla="*/ 0 h 3620355"/>
              <a:gd name="connsiteX1" fmla="*/ 6747252 w 6747252"/>
              <a:gd name="connsiteY1" fmla="*/ 1313462 h 3620355"/>
              <a:gd name="connsiteX2" fmla="*/ 6355443 w 6747252"/>
              <a:gd name="connsiteY2" fmla="*/ 1443581 h 3620355"/>
              <a:gd name="connsiteX3" fmla="*/ 4058536 w 6747252"/>
              <a:gd name="connsiteY3" fmla="*/ 2678500 h 3620355"/>
              <a:gd name="connsiteX4" fmla="*/ 33178 w 6747252"/>
              <a:gd name="connsiteY4" fmla="*/ 2369641 h 3620355"/>
              <a:gd name="connsiteX5" fmla="*/ 0 w 6747252"/>
              <a:gd name="connsiteY5" fmla="*/ 2290898 h 3620355"/>
              <a:gd name="connsiteX6" fmla="*/ 480125 w 6747252"/>
              <a:gd name="connsiteY6" fmla="*/ 0 h 3620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47252" h="3620355">
                <a:moveTo>
                  <a:pt x="480125" y="0"/>
                </a:moveTo>
                <a:lnTo>
                  <a:pt x="6747252" y="1313462"/>
                </a:lnTo>
                <a:lnTo>
                  <a:pt x="6355443" y="1443581"/>
                </a:lnTo>
                <a:cubicBezTo>
                  <a:pt x="5476828" y="1758684"/>
                  <a:pt x="4659690" y="2192443"/>
                  <a:pt x="4058536" y="2678500"/>
                </a:cubicBezTo>
                <a:cubicBezTo>
                  <a:pt x="2102261" y="4268418"/>
                  <a:pt x="625747" y="3626023"/>
                  <a:pt x="33178" y="2369641"/>
                </a:cubicBezTo>
                <a:lnTo>
                  <a:pt x="0" y="2290898"/>
                </a:lnTo>
                <a:lnTo>
                  <a:pt x="480125" y="0"/>
                </a:lnTo>
                <a:close/>
              </a:path>
            </a:pathLst>
          </a:custGeom>
          <a:gradFill flip="none" rotWithShape="1">
            <a:gsLst>
              <a:gs pos="100000">
                <a:schemeClr val="accent4">
                  <a:lumMod val="75000"/>
                  <a:alpha val="19000"/>
                </a:schemeClr>
              </a:gs>
              <a:gs pos="0">
                <a:schemeClr val="accent6">
                  <a:alpha val="61994"/>
                </a:schemeClr>
              </a:gs>
            </a:gsLst>
            <a:lin ang="27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3584" y="2176272"/>
            <a:ext cx="9921240" cy="1481328"/>
          </a:xfrm>
        </p:spPr>
        <p:txBody>
          <a:bodyPr anchor="b">
            <a:no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0320" y="4261104"/>
            <a:ext cx="7068312" cy="758952"/>
          </a:xfrm>
        </p:spPr>
        <p:txBody>
          <a:bodyPr>
            <a:no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93409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15">
            <a:extLst>
              <a:ext uri="{FF2B5EF4-FFF2-40B4-BE49-F238E27FC236}">
                <a16:creationId xmlns:a16="http://schemas.microsoft.com/office/drawing/2014/main" id="{079F0D65-9DED-1DC3-6E6D-E4AD5252A007}"/>
              </a:ext>
            </a:extLst>
          </p:cNvPr>
          <p:cNvSpPr/>
          <p:nvPr userDrawn="1"/>
        </p:nvSpPr>
        <p:spPr>
          <a:xfrm rot="16200000" flipV="1">
            <a:off x="6507450" y="1163358"/>
            <a:ext cx="6858000" cy="4531278"/>
          </a:xfrm>
          <a:custGeom>
            <a:avLst/>
            <a:gdLst>
              <a:gd name="connsiteX0" fmla="*/ 6858000 w 6858000"/>
              <a:gd name="connsiteY0" fmla="*/ 3150313 h 3750964"/>
              <a:gd name="connsiteX1" fmla="*/ 6858000 w 6858000"/>
              <a:gd name="connsiteY1" fmla="*/ 0 h 3750964"/>
              <a:gd name="connsiteX2" fmla="*/ 0 w 6858000"/>
              <a:gd name="connsiteY2" fmla="*/ 0 h 3750964"/>
              <a:gd name="connsiteX3" fmla="*/ 0 w 6858000"/>
              <a:gd name="connsiteY3" fmla="*/ 3220894 h 3750964"/>
              <a:gd name="connsiteX4" fmla="*/ 10973 w 6858000"/>
              <a:gd name="connsiteY4" fmla="*/ 3230398 h 3750964"/>
              <a:gd name="connsiteX5" fmla="*/ 1661251 w 6858000"/>
              <a:gd name="connsiteY5" fmla="*/ 3750927 h 3750964"/>
              <a:gd name="connsiteX6" fmla="*/ 4893397 w 6858000"/>
              <a:gd name="connsiteY6" fmla="*/ 2661368 h 3750964"/>
              <a:gd name="connsiteX7" fmla="*/ 6834019 w 6858000"/>
              <a:gd name="connsiteY7" fmla="*/ 3137932 h 3750964"/>
              <a:gd name="connsiteX8" fmla="*/ 6858000 w 6858000"/>
              <a:gd name="connsiteY8" fmla="*/ 3150313 h 3750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3750964">
                <a:moveTo>
                  <a:pt x="6858000" y="3150313"/>
                </a:moveTo>
                <a:lnTo>
                  <a:pt x="6858000" y="0"/>
                </a:lnTo>
                <a:lnTo>
                  <a:pt x="0" y="0"/>
                </a:lnTo>
                <a:lnTo>
                  <a:pt x="0" y="3220894"/>
                </a:lnTo>
                <a:lnTo>
                  <a:pt x="10973" y="3230398"/>
                </a:lnTo>
                <a:cubicBezTo>
                  <a:pt x="366756" y="3514112"/>
                  <a:pt x="933081" y="3754395"/>
                  <a:pt x="1661251" y="3750927"/>
                </a:cubicBezTo>
                <a:cubicBezTo>
                  <a:pt x="2955776" y="3744762"/>
                  <a:pt x="3514049" y="2682714"/>
                  <a:pt x="4893397" y="2661368"/>
                </a:cubicBezTo>
                <a:cubicBezTo>
                  <a:pt x="5755490" y="2648026"/>
                  <a:pt x="6380835" y="2908605"/>
                  <a:pt x="6834019" y="3137932"/>
                </a:cubicBezTo>
                <a:lnTo>
                  <a:pt x="6858000" y="3150313"/>
                </a:lnTo>
                <a:close/>
              </a:path>
            </a:pathLst>
          </a:custGeom>
          <a:solidFill>
            <a:schemeClr val="accent4">
              <a:alpha val="14239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Freeform 18">
            <a:extLst>
              <a:ext uri="{FF2B5EF4-FFF2-40B4-BE49-F238E27FC236}">
                <a16:creationId xmlns:a16="http://schemas.microsoft.com/office/drawing/2014/main" id="{9C605622-8F1F-632F-D5C0-1F2E7875EBA1}"/>
              </a:ext>
            </a:extLst>
          </p:cNvPr>
          <p:cNvSpPr/>
          <p:nvPr userDrawn="1"/>
        </p:nvSpPr>
        <p:spPr>
          <a:xfrm rot="5400000">
            <a:off x="6488397" y="1182411"/>
            <a:ext cx="6858000" cy="4493171"/>
          </a:xfrm>
          <a:custGeom>
            <a:avLst/>
            <a:gdLst>
              <a:gd name="connsiteX0" fmla="*/ 0 w 6858000"/>
              <a:gd name="connsiteY0" fmla="*/ 3300688 h 4744323"/>
              <a:gd name="connsiteX1" fmla="*/ 0 w 6858000"/>
              <a:gd name="connsiteY1" fmla="*/ 0 h 4744323"/>
              <a:gd name="connsiteX2" fmla="*/ 6858000 w 6858000"/>
              <a:gd name="connsiteY2" fmla="*/ 0 h 4744323"/>
              <a:gd name="connsiteX3" fmla="*/ 6858000 w 6858000"/>
              <a:gd name="connsiteY3" fmla="*/ 3130282 h 4744323"/>
              <a:gd name="connsiteX4" fmla="*/ 6685009 w 6858000"/>
              <a:gd name="connsiteY4" fmla="*/ 3177721 h 4744323"/>
              <a:gd name="connsiteX5" fmla="*/ 2944852 w 6858000"/>
              <a:gd name="connsiteY5" fmla="*/ 4744264 h 4744323"/>
              <a:gd name="connsiteX6" fmla="*/ 88593 w 6858000"/>
              <a:gd name="connsiteY6" fmla="*/ 3449517 h 4744323"/>
              <a:gd name="connsiteX7" fmla="*/ 0 w 6858000"/>
              <a:gd name="connsiteY7" fmla="*/ 3300688 h 4744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4744323">
                <a:moveTo>
                  <a:pt x="0" y="3300688"/>
                </a:moveTo>
                <a:lnTo>
                  <a:pt x="0" y="0"/>
                </a:lnTo>
                <a:lnTo>
                  <a:pt x="6858000" y="0"/>
                </a:lnTo>
                <a:lnTo>
                  <a:pt x="6858000" y="3130282"/>
                </a:lnTo>
                <a:lnTo>
                  <a:pt x="6685009" y="3177721"/>
                </a:lnTo>
                <a:cubicBezTo>
                  <a:pt x="5333681" y="3615865"/>
                  <a:pt x="4498161" y="4736270"/>
                  <a:pt x="2944852" y="4744264"/>
                </a:cubicBezTo>
                <a:cubicBezTo>
                  <a:pt x="1511029" y="4751644"/>
                  <a:pt x="502120" y="4067469"/>
                  <a:pt x="88593" y="3449517"/>
                </a:cubicBezTo>
                <a:lnTo>
                  <a:pt x="0" y="3300688"/>
                </a:lnTo>
                <a:close/>
              </a:path>
            </a:pathLst>
          </a:custGeom>
          <a:gradFill flip="none" rotWithShape="1">
            <a:gsLst>
              <a:gs pos="4000">
                <a:schemeClr val="accent2">
                  <a:alpha val="23589"/>
                </a:schemeClr>
              </a:gs>
              <a:gs pos="79000">
                <a:schemeClr val="accent5">
                  <a:lumMod val="50000"/>
                  <a:alpha val="52188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Freeform 12">
            <a:extLst>
              <a:ext uri="{FF2B5EF4-FFF2-40B4-BE49-F238E27FC236}">
                <a16:creationId xmlns:a16="http://schemas.microsoft.com/office/drawing/2014/main" id="{919AB4B2-2D3A-FCB5-0314-CC465BCC0E5D}"/>
              </a:ext>
            </a:extLst>
          </p:cNvPr>
          <p:cNvSpPr/>
          <p:nvPr userDrawn="1"/>
        </p:nvSpPr>
        <p:spPr>
          <a:xfrm rot="5400000">
            <a:off x="6926379" y="1582290"/>
            <a:ext cx="6858001" cy="3693421"/>
          </a:xfrm>
          <a:custGeom>
            <a:avLst/>
            <a:gdLst>
              <a:gd name="connsiteX0" fmla="*/ 0 w 6858001"/>
              <a:gd name="connsiteY0" fmla="*/ 3437558 h 3693421"/>
              <a:gd name="connsiteX1" fmla="*/ 0 w 6858001"/>
              <a:gd name="connsiteY1" fmla="*/ 0 h 3693421"/>
              <a:gd name="connsiteX2" fmla="*/ 6858001 w 6858001"/>
              <a:gd name="connsiteY2" fmla="*/ 0 h 3693421"/>
              <a:gd name="connsiteX3" fmla="*/ 6858001 w 6858001"/>
              <a:gd name="connsiteY3" fmla="*/ 1982949 h 3693421"/>
              <a:gd name="connsiteX4" fmla="*/ 6594582 w 6858001"/>
              <a:gd name="connsiteY4" fmla="*/ 1960784 h 3693421"/>
              <a:gd name="connsiteX5" fmla="*/ 6223032 w 6858001"/>
              <a:gd name="connsiteY5" fmla="*/ 1954544 h 3693421"/>
              <a:gd name="connsiteX6" fmla="*/ 1449771 w 6858001"/>
              <a:gd name="connsiteY6" fmla="*/ 3693362 h 3693421"/>
              <a:gd name="connsiteX7" fmla="*/ 163899 w 6858001"/>
              <a:gd name="connsiteY7" fmla="*/ 3498289 h 3693421"/>
              <a:gd name="connsiteX8" fmla="*/ 0 w 6858001"/>
              <a:gd name="connsiteY8" fmla="*/ 3437558 h 3693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1" h="3693421">
                <a:moveTo>
                  <a:pt x="0" y="3437558"/>
                </a:moveTo>
                <a:lnTo>
                  <a:pt x="0" y="0"/>
                </a:lnTo>
                <a:lnTo>
                  <a:pt x="6858001" y="0"/>
                </a:lnTo>
                <a:lnTo>
                  <a:pt x="6858001" y="1982949"/>
                </a:lnTo>
                <a:lnTo>
                  <a:pt x="6594582" y="1960784"/>
                </a:lnTo>
                <a:cubicBezTo>
                  <a:pt x="6474164" y="1954657"/>
                  <a:pt x="6350346" y="1952415"/>
                  <a:pt x="6223032" y="1954544"/>
                </a:cubicBezTo>
                <a:cubicBezTo>
                  <a:pt x="4185999" y="1988612"/>
                  <a:pt x="3361537" y="3683524"/>
                  <a:pt x="1449771" y="3693362"/>
                </a:cubicBezTo>
                <a:cubicBezTo>
                  <a:pt x="971830" y="3695822"/>
                  <a:pt x="541102" y="3621442"/>
                  <a:pt x="163899" y="3498289"/>
                </a:cubicBezTo>
                <a:lnTo>
                  <a:pt x="0" y="3437558"/>
                </a:lnTo>
                <a:close/>
              </a:path>
            </a:pathLst>
          </a:custGeom>
          <a:gradFill>
            <a:gsLst>
              <a:gs pos="84000">
                <a:schemeClr val="accent4">
                  <a:alpha val="20000"/>
                </a:schemeClr>
              </a:gs>
              <a:gs pos="1000">
                <a:schemeClr val="accent6">
                  <a:alpha val="38000"/>
                </a:schemeClr>
              </a:gs>
              <a:gs pos="100000">
                <a:schemeClr val="accent6">
                  <a:alpha val="3349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92257B9-FE58-1976-7115-17E05E5819E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AF040BB-6465-852C-B53C-074E90BB09D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6192" y="832104"/>
            <a:ext cx="8878824" cy="1069848"/>
          </a:xfrm>
        </p:spPr>
        <p:txBody>
          <a:bodyPr anchor="b">
            <a:no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36192" y="2212848"/>
            <a:ext cx="6422136" cy="3282696"/>
          </a:xfrm>
        </p:spPr>
        <p:txBody>
          <a:bodyPr>
            <a:noAutofit/>
          </a:bodyPr>
          <a:lstStyle>
            <a:lvl1pPr marL="347472">
              <a:lnSpc>
                <a:spcPct val="150000"/>
              </a:lnSpc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1674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BE68DE5-FB8F-C713-B589-69851789C6C5}"/>
              </a:ext>
            </a:extLst>
          </p:cNvPr>
          <p:cNvSpPr/>
          <p:nvPr userDrawn="1"/>
        </p:nvSpPr>
        <p:spPr>
          <a:xfrm>
            <a:off x="1" y="4852144"/>
            <a:ext cx="5681755" cy="2002200"/>
          </a:xfrm>
          <a:custGeom>
            <a:avLst/>
            <a:gdLst>
              <a:gd name="connsiteX0" fmla="*/ 320629 w 5681755"/>
              <a:gd name="connsiteY0" fmla="*/ 0 h 2002200"/>
              <a:gd name="connsiteX1" fmla="*/ 375829 w 5681755"/>
              <a:gd name="connsiteY1" fmla="*/ 158026 h 2002200"/>
              <a:gd name="connsiteX2" fmla="*/ 897491 w 5681755"/>
              <a:gd name="connsiteY2" fmla="*/ 961690 h 2002200"/>
              <a:gd name="connsiteX3" fmla="*/ 4054478 w 5681755"/>
              <a:gd name="connsiteY3" fmla="*/ 1474149 h 2002200"/>
              <a:gd name="connsiteX4" fmla="*/ 5679398 w 5681755"/>
              <a:gd name="connsiteY4" fmla="*/ 1986034 h 2002200"/>
              <a:gd name="connsiteX5" fmla="*/ 5681755 w 5681755"/>
              <a:gd name="connsiteY5" fmla="*/ 2002200 h 2002200"/>
              <a:gd name="connsiteX6" fmla="*/ 0 w 5681755"/>
              <a:gd name="connsiteY6" fmla="*/ 1989323 h 2002200"/>
              <a:gd name="connsiteX7" fmla="*/ 0 w 5681755"/>
              <a:gd name="connsiteY7" fmla="*/ 1952135 h 200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681755" h="2002200">
                <a:moveTo>
                  <a:pt x="320629" y="0"/>
                </a:moveTo>
                <a:lnTo>
                  <a:pt x="375829" y="158026"/>
                </a:lnTo>
                <a:cubicBezTo>
                  <a:pt x="503741" y="486192"/>
                  <a:pt x="688117" y="753054"/>
                  <a:pt x="897491" y="961690"/>
                </a:cubicBezTo>
                <a:cubicBezTo>
                  <a:pt x="1455821" y="1518049"/>
                  <a:pt x="3033468" y="1694058"/>
                  <a:pt x="4054478" y="1474149"/>
                </a:cubicBezTo>
                <a:cubicBezTo>
                  <a:pt x="5094564" y="1247948"/>
                  <a:pt x="5587838" y="1548928"/>
                  <a:pt x="5679398" y="1986034"/>
                </a:cubicBezTo>
                <a:lnTo>
                  <a:pt x="5681755" y="2002200"/>
                </a:lnTo>
                <a:lnTo>
                  <a:pt x="0" y="1989323"/>
                </a:lnTo>
                <a:lnTo>
                  <a:pt x="0" y="1952135"/>
                </a:lnTo>
                <a:close/>
              </a:path>
            </a:pathLst>
          </a:custGeom>
          <a:gradFill flip="none" rotWithShape="1">
            <a:gsLst>
              <a:gs pos="77000">
                <a:schemeClr val="accent3">
                  <a:lumMod val="25000"/>
                  <a:alpha val="0"/>
                </a:schemeClr>
              </a:gs>
              <a:gs pos="0">
                <a:schemeClr val="tx2">
                  <a:alpha val="70774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6B337A9-EA8E-4E30-3CF4-C681F9705934}"/>
              </a:ext>
            </a:extLst>
          </p:cNvPr>
          <p:cNvSpPr/>
          <p:nvPr userDrawn="1"/>
        </p:nvSpPr>
        <p:spPr>
          <a:xfrm>
            <a:off x="1" y="0"/>
            <a:ext cx="6392389" cy="3297866"/>
          </a:xfrm>
          <a:custGeom>
            <a:avLst/>
            <a:gdLst>
              <a:gd name="connsiteX0" fmla="*/ 0 w 6392389"/>
              <a:gd name="connsiteY0" fmla="*/ 0 h 3297866"/>
              <a:gd name="connsiteX1" fmla="*/ 6392389 w 6392389"/>
              <a:gd name="connsiteY1" fmla="*/ 0 h 3297866"/>
              <a:gd name="connsiteX2" fmla="*/ 6039257 w 6392389"/>
              <a:gd name="connsiteY2" fmla="*/ 205593 h 3297866"/>
              <a:gd name="connsiteX3" fmla="*/ 4044501 w 6392389"/>
              <a:gd name="connsiteY3" fmla="*/ 1885401 h 3297866"/>
              <a:gd name="connsiteX4" fmla="*/ 41384 w 6392389"/>
              <a:gd name="connsiteY4" fmla="*/ 2408804 h 3297866"/>
              <a:gd name="connsiteX5" fmla="*/ 0 w 6392389"/>
              <a:gd name="connsiteY5" fmla="*/ 2349004 h 329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92389" h="3297866">
                <a:moveTo>
                  <a:pt x="0" y="0"/>
                </a:moveTo>
                <a:lnTo>
                  <a:pt x="6392389" y="0"/>
                </a:lnTo>
                <a:lnTo>
                  <a:pt x="6039257" y="205593"/>
                </a:lnTo>
                <a:cubicBezTo>
                  <a:pt x="5243960" y="694220"/>
                  <a:pt x="4533171" y="1286369"/>
                  <a:pt x="4044501" y="1885401"/>
                </a:cubicBezTo>
                <a:cubicBezTo>
                  <a:pt x="2455953" y="3842789"/>
                  <a:pt x="879065" y="3516921"/>
                  <a:pt x="41384" y="2408804"/>
                </a:cubicBezTo>
                <a:lnTo>
                  <a:pt x="0" y="2349004"/>
                </a:lnTo>
                <a:close/>
              </a:path>
            </a:pathLst>
          </a:custGeom>
          <a:gradFill flip="none" rotWithShape="1">
            <a:gsLst>
              <a:gs pos="20000">
                <a:schemeClr val="accent3">
                  <a:lumMod val="25000"/>
                </a:schemeClr>
              </a:gs>
              <a:gs pos="100000">
                <a:schemeClr val="tx2">
                  <a:alpha val="54000"/>
                </a:schemeClr>
              </a:gs>
            </a:gsLst>
            <a:lin ang="102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3385D1DB-F6B1-8F65-1FDB-5CDD731A6DFC}"/>
              </a:ext>
            </a:extLst>
          </p:cNvPr>
          <p:cNvSpPr/>
          <p:nvPr userDrawn="1"/>
        </p:nvSpPr>
        <p:spPr>
          <a:xfrm>
            <a:off x="9517205" y="2"/>
            <a:ext cx="2674794" cy="6857999"/>
          </a:xfrm>
          <a:custGeom>
            <a:avLst/>
            <a:gdLst>
              <a:gd name="connsiteX0" fmla="*/ 2674793 w 2674794"/>
              <a:gd name="connsiteY0" fmla="*/ 0 h 6857999"/>
              <a:gd name="connsiteX1" fmla="*/ 2674794 w 2674794"/>
              <a:gd name="connsiteY1" fmla="*/ 6857999 h 6857999"/>
              <a:gd name="connsiteX2" fmla="*/ 1158844 w 2674794"/>
              <a:gd name="connsiteY2" fmla="*/ 6857999 h 6857999"/>
              <a:gd name="connsiteX3" fmla="*/ 1212639 w 2674794"/>
              <a:gd name="connsiteY3" fmla="*/ 6771304 h 6857999"/>
              <a:gd name="connsiteX4" fmla="*/ 1327460 w 2674794"/>
              <a:gd name="connsiteY4" fmla="*/ 6554527 h 6857999"/>
              <a:gd name="connsiteX5" fmla="*/ 545566 w 2674794"/>
              <a:gd name="connsiteY5" fmla="*/ 2293136 h 6857999"/>
              <a:gd name="connsiteX6" fmla="*/ 381787 w 2674794"/>
              <a:gd name="connsiteY6" fmla="*/ 3827 h 6857999"/>
              <a:gd name="connsiteX7" fmla="*/ 386161 w 2674794"/>
              <a:gd name="connsiteY7" fmla="*/ 0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74794" h="6857999">
                <a:moveTo>
                  <a:pt x="2674793" y="0"/>
                </a:moveTo>
                <a:lnTo>
                  <a:pt x="2674794" y="6857999"/>
                </a:lnTo>
                <a:lnTo>
                  <a:pt x="1158844" y="6857999"/>
                </a:lnTo>
                <a:lnTo>
                  <a:pt x="1212639" y="6771304"/>
                </a:lnTo>
                <a:cubicBezTo>
                  <a:pt x="1256917" y="6696480"/>
                  <a:pt x="1295401" y="6624001"/>
                  <a:pt x="1327460" y="6554527"/>
                </a:cubicBezTo>
                <a:cubicBezTo>
                  <a:pt x="1840424" y="5442926"/>
                  <a:pt x="1337703" y="3374924"/>
                  <a:pt x="545566" y="2293136"/>
                </a:cubicBezTo>
                <a:cubicBezTo>
                  <a:pt x="-210423" y="1266170"/>
                  <a:pt x="-98154" y="469786"/>
                  <a:pt x="381787" y="3827"/>
                </a:cubicBezTo>
                <a:lnTo>
                  <a:pt x="386161" y="0"/>
                </a:lnTo>
                <a:close/>
              </a:path>
            </a:pathLst>
          </a:custGeom>
          <a:solidFill>
            <a:schemeClr val="tx2">
              <a:alpha val="32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glass card">
            <a:extLst>
              <a:ext uri="{FF2B5EF4-FFF2-40B4-BE49-F238E27FC236}">
                <a16:creationId xmlns:a16="http://schemas.microsoft.com/office/drawing/2014/main" id="{BAC99002-32F5-F4C1-2519-F23274B0580C}"/>
              </a:ext>
            </a:extLst>
          </p:cNvPr>
          <p:cNvSpPr/>
          <p:nvPr userDrawn="1"/>
        </p:nvSpPr>
        <p:spPr>
          <a:xfrm>
            <a:off x="1087395" y="1005154"/>
            <a:ext cx="9910119" cy="5235007"/>
          </a:xfrm>
          <a:prstGeom prst="roundRect">
            <a:avLst>
              <a:gd name="adj" fmla="val 6806"/>
            </a:avLst>
          </a:prstGeom>
          <a:gradFill>
            <a:gsLst>
              <a:gs pos="100000">
                <a:schemeClr val="bg1">
                  <a:alpha val="3000"/>
                </a:schemeClr>
              </a:gs>
              <a:gs pos="47000">
                <a:schemeClr val="bg1">
                  <a:alpha val="17037"/>
                </a:schemeClr>
              </a:gs>
              <a:gs pos="6000">
                <a:schemeClr val="bg1">
                  <a:alpha val="13000"/>
                </a:schemeClr>
              </a:gs>
            </a:gsLst>
            <a:path path="circle">
              <a:fillToRect l="100000" t="100000"/>
            </a:path>
          </a:gradFill>
          <a:ln w="6350">
            <a:noFill/>
          </a:ln>
          <a:effectLst>
            <a:outerShdw blurRad="63500" dist="38100" dir="5400000" sx="1000" sy="1000" algn="t" rotWithShape="0">
              <a:prstClr val="black">
                <a:alpha val="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8088" y="2157984"/>
            <a:ext cx="7735824" cy="1069848"/>
          </a:xfrm>
        </p:spPr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8088" y="3685032"/>
            <a:ext cx="7735824" cy="113385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0DF239B3-DB66-3CD4-1BFE-4EBA82BC4A44}"/>
              </a:ext>
            </a:extLst>
          </p:cNvPr>
          <p:cNvSpPr/>
          <p:nvPr userDrawn="1"/>
        </p:nvSpPr>
        <p:spPr>
          <a:xfrm>
            <a:off x="0" y="5255333"/>
            <a:ext cx="2769194" cy="1602667"/>
          </a:xfrm>
          <a:custGeom>
            <a:avLst/>
            <a:gdLst>
              <a:gd name="connsiteX0" fmla="*/ 0 w 2769194"/>
              <a:gd name="connsiteY0" fmla="*/ 0 h 1602667"/>
              <a:gd name="connsiteX1" fmla="*/ 93250 w 2769194"/>
              <a:gd name="connsiteY1" fmla="*/ 101565 h 1602667"/>
              <a:gd name="connsiteX2" fmla="*/ 2646213 w 2769194"/>
              <a:gd name="connsiteY2" fmla="*/ 1567071 h 1602667"/>
              <a:gd name="connsiteX3" fmla="*/ 2769194 w 2769194"/>
              <a:gd name="connsiteY3" fmla="*/ 1602667 h 1602667"/>
              <a:gd name="connsiteX4" fmla="*/ 0 w 2769194"/>
              <a:gd name="connsiteY4" fmla="*/ 1602667 h 1602667"/>
              <a:gd name="connsiteX5" fmla="*/ 0 w 2769194"/>
              <a:gd name="connsiteY5" fmla="*/ 807120 h 1602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69194" h="1602667">
                <a:moveTo>
                  <a:pt x="0" y="0"/>
                </a:moveTo>
                <a:lnTo>
                  <a:pt x="93250" y="101565"/>
                </a:lnTo>
                <a:cubicBezTo>
                  <a:pt x="702540" y="735306"/>
                  <a:pt x="1672588" y="1259605"/>
                  <a:pt x="2646213" y="1567071"/>
                </a:cubicBezTo>
                <a:lnTo>
                  <a:pt x="2769194" y="1602667"/>
                </a:lnTo>
                <a:lnTo>
                  <a:pt x="0" y="1602667"/>
                </a:lnTo>
                <a:lnTo>
                  <a:pt x="0" y="807120"/>
                </a:lnTo>
                <a:close/>
              </a:path>
            </a:pathLst>
          </a:custGeom>
          <a:gradFill flip="none" rotWithShape="1">
            <a:gsLst>
              <a:gs pos="60000">
                <a:schemeClr val="accent3">
                  <a:alpha val="45000"/>
                </a:schemeClr>
              </a:gs>
              <a:gs pos="99000">
                <a:schemeClr val="accent5">
                  <a:alpha val="66721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3303B57-FF55-B795-FAE7-5EF26BFCBEF3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115287" y="2597113"/>
            <a:ext cx="0" cy="165518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71699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29968"/>
            <a:ext cx="9144000" cy="1069848"/>
          </a:xfrm>
        </p:spPr>
        <p:txBody>
          <a:bodyPr anchor="b">
            <a:noAutofit/>
          </a:bodyPr>
          <a:lstStyle>
            <a:lvl1pPr algn="ctr">
              <a:defRPr sz="4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59156" y="3217605"/>
            <a:ext cx="7068312" cy="758952"/>
          </a:xfrm>
        </p:spPr>
        <p:txBody>
          <a:bodyPr>
            <a:no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reeform 3">
            <a:extLst>
              <a:ext uri="{FF2B5EF4-FFF2-40B4-BE49-F238E27FC236}">
                <a16:creationId xmlns:a16="http://schemas.microsoft.com/office/drawing/2014/main" id="{F1F20C20-DE23-6FE7-74A0-517218ACED7A}"/>
              </a:ext>
            </a:extLst>
          </p:cNvPr>
          <p:cNvSpPr/>
          <p:nvPr userDrawn="1"/>
        </p:nvSpPr>
        <p:spPr>
          <a:xfrm rot="10800000">
            <a:off x="-1" y="5019503"/>
            <a:ext cx="9676770" cy="1838496"/>
          </a:xfrm>
          <a:custGeom>
            <a:avLst/>
            <a:gdLst>
              <a:gd name="connsiteX0" fmla="*/ 3062591 w 9676770"/>
              <a:gd name="connsiteY0" fmla="*/ 1838437 h 1838496"/>
              <a:gd name="connsiteX1" fmla="*/ 10485 w 9676770"/>
              <a:gd name="connsiteY1" fmla="*/ 104484 h 1838496"/>
              <a:gd name="connsiteX2" fmla="*/ 0 w 9676770"/>
              <a:gd name="connsiteY2" fmla="*/ 0 h 1838496"/>
              <a:gd name="connsiteX3" fmla="*/ 9676770 w 9676770"/>
              <a:gd name="connsiteY3" fmla="*/ 0 h 1838496"/>
              <a:gd name="connsiteX4" fmla="*/ 9676770 w 9676770"/>
              <a:gd name="connsiteY4" fmla="*/ 396354 h 1838496"/>
              <a:gd name="connsiteX5" fmla="*/ 9495267 w 9676770"/>
              <a:gd name="connsiteY5" fmla="*/ 334664 h 1838496"/>
              <a:gd name="connsiteX6" fmla="*/ 7835850 w 9676770"/>
              <a:gd name="connsiteY6" fmla="*/ 99619 h 1838496"/>
              <a:gd name="connsiteX7" fmla="*/ 3062591 w 9676770"/>
              <a:gd name="connsiteY7" fmla="*/ 1838437 h 183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76770" h="1838496">
                <a:moveTo>
                  <a:pt x="3062591" y="1838437"/>
                </a:moveTo>
                <a:cubicBezTo>
                  <a:pt x="1270312" y="1847662"/>
                  <a:pt x="141962" y="776331"/>
                  <a:pt x="10485" y="104484"/>
                </a:cubicBezTo>
                <a:lnTo>
                  <a:pt x="0" y="0"/>
                </a:lnTo>
                <a:lnTo>
                  <a:pt x="9676770" y="0"/>
                </a:lnTo>
                <a:lnTo>
                  <a:pt x="9676770" y="396354"/>
                </a:lnTo>
                <a:lnTo>
                  <a:pt x="9495267" y="334664"/>
                </a:lnTo>
                <a:cubicBezTo>
                  <a:pt x="9021588" y="187614"/>
                  <a:pt x="8472423" y="88973"/>
                  <a:pt x="7835850" y="99619"/>
                </a:cubicBezTo>
                <a:cubicBezTo>
                  <a:pt x="5798818" y="133686"/>
                  <a:pt x="4974355" y="1828598"/>
                  <a:pt x="3062591" y="1838437"/>
                </a:cubicBez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25000"/>
                  <a:alpha val="50000"/>
                </a:schemeClr>
              </a:gs>
              <a:gs pos="73000">
                <a:schemeClr val="accent1">
                  <a:alpha val="29177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 4">
            <a:extLst>
              <a:ext uri="{FF2B5EF4-FFF2-40B4-BE49-F238E27FC236}">
                <a16:creationId xmlns:a16="http://schemas.microsoft.com/office/drawing/2014/main" id="{98E2EA35-4179-2438-E1D1-02EFA8830FF9}"/>
              </a:ext>
            </a:extLst>
          </p:cNvPr>
          <p:cNvSpPr/>
          <p:nvPr userDrawn="1"/>
        </p:nvSpPr>
        <p:spPr>
          <a:xfrm flipV="1">
            <a:off x="2763044" y="6076116"/>
            <a:ext cx="3946673" cy="781884"/>
          </a:xfrm>
          <a:custGeom>
            <a:avLst/>
            <a:gdLst>
              <a:gd name="connsiteX0" fmla="*/ 1910385 w 3946673"/>
              <a:gd name="connsiteY0" fmla="*/ 781847 h 781884"/>
              <a:gd name="connsiteX1" fmla="*/ 3855031 w 3946673"/>
              <a:gd name="connsiteY1" fmla="*/ 44786 h 781884"/>
              <a:gd name="connsiteX2" fmla="*/ 3946673 w 3946673"/>
              <a:gd name="connsiteY2" fmla="*/ 0 h 781884"/>
              <a:gd name="connsiteX3" fmla="*/ 0 w 3946673"/>
              <a:gd name="connsiteY3" fmla="*/ 0 h 781884"/>
              <a:gd name="connsiteX4" fmla="*/ 54644 w 3946673"/>
              <a:gd name="connsiteY4" fmla="*/ 67939 h 781884"/>
              <a:gd name="connsiteX5" fmla="*/ 1910385 w 3946673"/>
              <a:gd name="connsiteY5" fmla="*/ 781847 h 781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46673" h="781884">
                <a:moveTo>
                  <a:pt x="1910385" y="781847"/>
                </a:moveTo>
                <a:cubicBezTo>
                  <a:pt x="2719463" y="777993"/>
                  <a:pt x="3240943" y="361686"/>
                  <a:pt x="3855031" y="44786"/>
                </a:cubicBezTo>
                <a:lnTo>
                  <a:pt x="3946673" y="0"/>
                </a:lnTo>
                <a:lnTo>
                  <a:pt x="0" y="0"/>
                </a:lnTo>
                <a:lnTo>
                  <a:pt x="54644" y="67939"/>
                </a:lnTo>
                <a:cubicBezTo>
                  <a:pt x="372182" y="426203"/>
                  <a:pt x="1020399" y="786086"/>
                  <a:pt x="1910385" y="781847"/>
                </a:cubicBezTo>
                <a:close/>
              </a:path>
            </a:pathLst>
          </a:custGeom>
          <a:gradFill>
            <a:gsLst>
              <a:gs pos="66000">
                <a:schemeClr val="accent4">
                  <a:lumMod val="75000"/>
                  <a:alpha val="46295"/>
                </a:schemeClr>
              </a:gs>
              <a:gs pos="33000">
                <a:schemeClr val="accent3">
                  <a:lumMod val="25000"/>
                  <a:alpha val="27934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5">
            <a:extLst>
              <a:ext uri="{FF2B5EF4-FFF2-40B4-BE49-F238E27FC236}">
                <a16:creationId xmlns:a16="http://schemas.microsoft.com/office/drawing/2014/main" id="{A7C0B16B-87E9-E92C-62F3-D1844BEE5B2D}"/>
              </a:ext>
            </a:extLst>
          </p:cNvPr>
          <p:cNvSpPr/>
          <p:nvPr userDrawn="1"/>
        </p:nvSpPr>
        <p:spPr>
          <a:xfrm rot="10800000">
            <a:off x="5393054" y="6015979"/>
            <a:ext cx="4758726" cy="842020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43000"/>
                </a:schemeClr>
              </a:gs>
              <a:gs pos="100000">
                <a:schemeClr val="accent6">
                  <a:alpha val="53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6">
            <a:extLst>
              <a:ext uri="{FF2B5EF4-FFF2-40B4-BE49-F238E27FC236}">
                <a16:creationId xmlns:a16="http://schemas.microsoft.com/office/drawing/2014/main" id="{51F4118C-3B46-F20B-EF12-E16F7513844C}"/>
              </a:ext>
            </a:extLst>
          </p:cNvPr>
          <p:cNvSpPr/>
          <p:nvPr userDrawn="1"/>
        </p:nvSpPr>
        <p:spPr>
          <a:xfrm rot="10800000" flipH="1">
            <a:off x="-2688" y="5263861"/>
            <a:ext cx="12192000" cy="1599109"/>
          </a:xfrm>
          <a:custGeom>
            <a:avLst/>
            <a:gdLst>
              <a:gd name="connsiteX0" fmla="*/ 1373073 w 12192000"/>
              <a:gd name="connsiteY0" fmla="*/ 1599066 h 1599109"/>
              <a:gd name="connsiteX1" fmla="*/ 4901233 w 12192000"/>
              <a:gd name="connsiteY1" fmla="*/ 313816 h 1599109"/>
              <a:gd name="connsiteX2" fmla="*/ 7629483 w 12192000"/>
              <a:gd name="connsiteY2" fmla="*/ 1209099 h 1599109"/>
              <a:gd name="connsiteX3" fmla="*/ 7664573 w 12192000"/>
              <a:gd name="connsiteY3" fmla="*/ 1222798 h 1599109"/>
              <a:gd name="connsiteX4" fmla="*/ 7753536 w 12192000"/>
              <a:gd name="connsiteY4" fmla="*/ 1277391 h 1599109"/>
              <a:gd name="connsiteX5" fmla="*/ 9091947 w 12192000"/>
              <a:gd name="connsiteY5" fmla="*/ 1582567 h 1599109"/>
              <a:gd name="connsiteX6" fmla="*/ 12094171 w 12192000"/>
              <a:gd name="connsiteY6" fmla="*/ 359476 h 1599109"/>
              <a:gd name="connsiteX7" fmla="*/ 12192000 w 12192000"/>
              <a:gd name="connsiteY7" fmla="*/ 342643 h 1599109"/>
              <a:gd name="connsiteX8" fmla="*/ 12192000 w 12192000"/>
              <a:gd name="connsiteY8" fmla="*/ 0 h 1599109"/>
              <a:gd name="connsiteX9" fmla="*/ 0 w 12192000"/>
              <a:gd name="connsiteY9" fmla="*/ 0 h 1599109"/>
              <a:gd name="connsiteX10" fmla="*/ 0 w 12192000"/>
              <a:gd name="connsiteY10" fmla="*/ 1274406 h 1599109"/>
              <a:gd name="connsiteX11" fmla="*/ 34662 w 12192000"/>
              <a:gd name="connsiteY11" fmla="*/ 1293889 h 1599109"/>
              <a:gd name="connsiteX12" fmla="*/ 1373073 w 12192000"/>
              <a:gd name="connsiteY12" fmla="*/ 1599066 h 1599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192000" h="1599109">
                <a:moveTo>
                  <a:pt x="1373073" y="1599066"/>
                </a:moveTo>
                <a:cubicBezTo>
                  <a:pt x="2786156" y="1591793"/>
                  <a:pt x="3395560" y="338997"/>
                  <a:pt x="4901233" y="313816"/>
                </a:cubicBezTo>
                <a:cubicBezTo>
                  <a:pt x="6312803" y="290208"/>
                  <a:pt x="7142906" y="993618"/>
                  <a:pt x="7629483" y="1209099"/>
                </a:cubicBezTo>
                <a:lnTo>
                  <a:pt x="7664573" y="1222798"/>
                </a:lnTo>
                <a:lnTo>
                  <a:pt x="7753536" y="1277391"/>
                </a:lnTo>
                <a:cubicBezTo>
                  <a:pt x="8110655" y="1460232"/>
                  <a:pt x="8562041" y="1585295"/>
                  <a:pt x="9091947" y="1582567"/>
                </a:cubicBezTo>
                <a:cubicBezTo>
                  <a:pt x="10328396" y="1576205"/>
                  <a:pt x="10949524" y="616237"/>
                  <a:pt x="12094171" y="359476"/>
                </a:cubicBezTo>
                <a:lnTo>
                  <a:pt x="12192000" y="342643"/>
                </a:lnTo>
                <a:lnTo>
                  <a:pt x="12192000" y="0"/>
                </a:lnTo>
                <a:lnTo>
                  <a:pt x="0" y="0"/>
                </a:lnTo>
                <a:lnTo>
                  <a:pt x="0" y="1274406"/>
                </a:lnTo>
                <a:lnTo>
                  <a:pt x="34662" y="1293889"/>
                </a:lnTo>
                <a:cubicBezTo>
                  <a:pt x="391780" y="1476730"/>
                  <a:pt x="843167" y="1601794"/>
                  <a:pt x="1373073" y="159906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6">
                  <a:alpha val="69328"/>
                </a:schemeClr>
              </a:gs>
              <a:gs pos="85000">
                <a:schemeClr val="accent5">
                  <a:lumMod val="50000"/>
                  <a:alpha val="42331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D0F8AA9-2207-2D4C-C2E0-FEF14E2D9ACF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096000" y="854889"/>
            <a:ext cx="0" cy="165518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2753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hart or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4F769D-48D3-2655-40A4-674F657B741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FA0756-78EA-68DD-4650-F40EF5F252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/>
              <a:t>Crypto: investing &amp; trading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45340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 6">
            <a:extLst>
              <a:ext uri="{FF2B5EF4-FFF2-40B4-BE49-F238E27FC236}">
                <a16:creationId xmlns:a16="http://schemas.microsoft.com/office/drawing/2014/main" id="{77AD3460-2264-3A46-993B-9F2AACED0504}"/>
              </a:ext>
            </a:extLst>
          </p:cNvPr>
          <p:cNvSpPr/>
          <p:nvPr userDrawn="1"/>
        </p:nvSpPr>
        <p:spPr>
          <a:xfrm rot="10800000">
            <a:off x="5393054" y="5650992"/>
            <a:ext cx="6821472" cy="1207007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43000"/>
                </a:schemeClr>
              </a:gs>
              <a:gs pos="100000">
                <a:schemeClr val="accent6">
                  <a:alpha val="53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2" name="Freeform 7">
            <a:extLst>
              <a:ext uri="{FF2B5EF4-FFF2-40B4-BE49-F238E27FC236}">
                <a16:creationId xmlns:a16="http://schemas.microsoft.com/office/drawing/2014/main" id="{BBBF3E9C-CCEA-98FA-7F69-55AF07558021}"/>
              </a:ext>
            </a:extLst>
          </p:cNvPr>
          <p:cNvSpPr/>
          <p:nvPr userDrawn="1"/>
        </p:nvSpPr>
        <p:spPr>
          <a:xfrm flipH="1">
            <a:off x="-2" y="0"/>
            <a:ext cx="11262111" cy="2139696"/>
          </a:xfrm>
          <a:custGeom>
            <a:avLst/>
            <a:gdLst>
              <a:gd name="connsiteX0" fmla="*/ 3062591 w 9676770"/>
              <a:gd name="connsiteY0" fmla="*/ 1838437 h 1838496"/>
              <a:gd name="connsiteX1" fmla="*/ 10485 w 9676770"/>
              <a:gd name="connsiteY1" fmla="*/ 104484 h 1838496"/>
              <a:gd name="connsiteX2" fmla="*/ 0 w 9676770"/>
              <a:gd name="connsiteY2" fmla="*/ 0 h 1838496"/>
              <a:gd name="connsiteX3" fmla="*/ 9676770 w 9676770"/>
              <a:gd name="connsiteY3" fmla="*/ 0 h 1838496"/>
              <a:gd name="connsiteX4" fmla="*/ 9676770 w 9676770"/>
              <a:gd name="connsiteY4" fmla="*/ 396354 h 1838496"/>
              <a:gd name="connsiteX5" fmla="*/ 9495267 w 9676770"/>
              <a:gd name="connsiteY5" fmla="*/ 334664 h 1838496"/>
              <a:gd name="connsiteX6" fmla="*/ 7835850 w 9676770"/>
              <a:gd name="connsiteY6" fmla="*/ 99619 h 1838496"/>
              <a:gd name="connsiteX7" fmla="*/ 3062591 w 9676770"/>
              <a:gd name="connsiteY7" fmla="*/ 1838437 h 183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76770" h="1838496">
                <a:moveTo>
                  <a:pt x="3062591" y="1838437"/>
                </a:moveTo>
                <a:cubicBezTo>
                  <a:pt x="1270312" y="1847662"/>
                  <a:pt x="141962" y="776331"/>
                  <a:pt x="10485" y="104484"/>
                </a:cubicBezTo>
                <a:lnTo>
                  <a:pt x="0" y="0"/>
                </a:lnTo>
                <a:lnTo>
                  <a:pt x="9676770" y="0"/>
                </a:lnTo>
                <a:lnTo>
                  <a:pt x="9676770" y="396354"/>
                </a:lnTo>
                <a:lnTo>
                  <a:pt x="9495267" y="334664"/>
                </a:lnTo>
                <a:cubicBezTo>
                  <a:pt x="9021588" y="187614"/>
                  <a:pt x="8472423" y="88973"/>
                  <a:pt x="7835850" y="99619"/>
                </a:cubicBezTo>
                <a:cubicBezTo>
                  <a:pt x="5798818" y="133686"/>
                  <a:pt x="4974355" y="1828598"/>
                  <a:pt x="3062591" y="1838437"/>
                </a:cubicBez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25000"/>
                  <a:alpha val="50000"/>
                </a:schemeClr>
              </a:gs>
              <a:gs pos="73000">
                <a:schemeClr val="accent1">
                  <a:alpha val="11498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3" name="Freeform 9">
            <a:extLst>
              <a:ext uri="{FF2B5EF4-FFF2-40B4-BE49-F238E27FC236}">
                <a16:creationId xmlns:a16="http://schemas.microsoft.com/office/drawing/2014/main" id="{4F937A84-95EC-EB44-470A-C82AD8E99897}"/>
              </a:ext>
            </a:extLst>
          </p:cNvPr>
          <p:cNvSpPr/>
          <p:nvPr userDrawn="1"/>
        </p:nvSpPr>
        <p:spPr>
          <a:xfrm>
            <a:off x="-24334" y="0"/>
            <a:ext cx="12218982" cy="6860673"/>
          </a:xfrm>
          <a:custGeom>
            <a:avLst/>
            <a:gdLst>
              <a:gd name="connsiteX0" fmla="*/ 4456 w 12218982"/>
              <a:gd name="connsiteY0" fmla="*/ 0 h 6860673"/>
              <a:gd name="connsiteX1" fmla="*/ 3150735 w 12218982"/>
              <a:gd name="connsiteY1" fmla="*/ 0 h 6860673"/>
              <a:gd name="connsiteX2" fmla="*/ 3150734 w 12218982"/>
              <a:gd name="connsiteY2" fmla="*/ 1 h 6860673"/>
              <a:gd name="connsiteX3" fmla="*/ 3275209 w 12218982"/>
              <a:gd name="connsiteY3" fmla="*/ 1 h 6860673"/>
              <a:gd name="connsiteX4" fmla="*/ 3275209 w 12218982"/>
              <a:gd name="connsiteY4" fmla="*/ 0 h 6860673"/>
              <a:gd name="connsiteX5" fmla="*/ 12218982 w 12218982"/>
              <a:gd name="connsiteY5" fmla="*/ 0 h 6860673"/>
              <a:gd name="connsiteX6" fmla="*/ 12218982 w 12218982"/>
              <a:gd name="connsiteY6" fmla="*/ 1983013 h 6860673"/>
              <a:gd name="connsiteX7" fmla="*/ 12062259 w 12218982"/>
              <a:gd name="connsiteY7" fmla="*/ 2024385 h 6860673"/>
              <a:gd name="connsiteX8" fmla="*/ 10972986 w 12218982"/>
              <a:gd name="connsiteY8" fmla="*/ 2139627 h 6860673"/>
              <a:gd name="connsiteX9" fmla="*/ 5417726 w 12218982"/>
              <a:gd name="connsiteY9" fmla="*/ 115939 h 6860673"/>
              <a:gd name="connsiteX10" fmla="*/ 3916598 w 12218982"/>
              <a:gd name="connsiteY10" fmla="*/ 272807 h 6860673"/>
              <a:gd name="connsiteX11" fmla="*/ 3863345 w 12218982"/>
              <a:gd name="connsiteY11" fmla="*/ 286233 h 6860673"/>
              <a:gd name="connsiteX12" fmla="*/ 3729781 w 12218982"/>
              <a:gd name="connsiteY12" fmla="*/ 323286 h 6860673"/>
              <a:gd name="connsiteX13" fmla="*/ 1717096 w 12218982"/>
              <a:gd name="connsiteY13" fmla="*/ 1451719 h 6860673"/>
              <a:gd name="connsiteX14" fmla="*/ 708597 w 12218982"/>
              <a:gd name="connsiteY14" fmla="*/ 2695590 h 6860673"/>
              <a:gd name="connsiteX15" fmla="*/ 486880 w 12218982"/>
              <a:gd name="connsiteY15" fmla="*/ 3274865 h 6860673"/>
              <a:gd name="connsiteX16" fmla="*/ 365997 w 12218982"/>
              <a:gd name="connsiteY16" fmla="*/ 3984708 h 6860673"/>
              <a:gd name="connsiteX17" fmla="*/ 341340 w 12218982"/>
              <a:gd name="connsiteY17" fmla="*/ 4301231 h 6860673"/>
              <a:gd name="connsiteX18" fmla="*/ 341340 w 12218982"/>
              <a:gd name="connsiteY18" fmla="*/ 5007890 h 6860673"/>
              <a:gd name="connsiteX19" fmla="*/ 343276 w 12218982"/>
              <a:gd name="connsiteY19" fmla="*/ 5047516 h 6860673"/>
              <a:gd name="connsiteX20" fmla="*/ 814636 w 12218982"/>
              <a:gd name="connsiteY20" fmla="*/ 6666819 h 6860673"/>
              <a:gd name="connsiteX21" fmla="*/ 915601 w 12218982"/>
              <a:gd name="connsiteY21" fmla="*/ 6858000 h 6860673"/>
              <a:gd name="connsiteX22" fmla="*/ 341340 w 12218982"/>
              <a:gd name="connsiteY22" fmla="*/ 6858000 h 6860673"/>
              <a:gd name="connsiteX23" fmla="*/ 341340 w 12218982"/>
              <a:gd name="connsiteY23" fmla="*/ 6860673 h 6860673"/>
              <a:gd name="connsiteX24" fmla="*/ 4456 w 12218982"/>
              <a:gd name="connsiteY24" fmla="*/ 6860673 h 6860673"/>
              <a:gd name="connsiteX25" fmla="*/ 4456 w 12218982"/>
              <a:gd name="connsiteY25" fmla="*/ 2794000 h 6860673"/>
              <a:gd name="connsiteX26" fmla="*/ 0 w 12218982"/>
              <a:gd name="connsiteY26" fmla="*/ 2794000 h 6860673"/>
              <a:gd name="connsiteX27" fmla="*/ 0 w 12218982"/>
              <a:gd name="connsiteY27" fmla="*/ 2022550 h 6860673"/>
              <a:gd name="connsiteX28" fmla="*/ 4456 w 12218982"/>
              <a:gd name="connsiteY28" fmla="*/ 2022550 h 6860673"/>
              <a:gd name="connsiteX29" fmla="*/ 4456 w 12218982"/>
              <a:gd name="connsiteY29" fmla="*/ 1646989 h 6860673"/>
              <a:gd name="connsiteX30" fmla="*/ 4456 w 12218982"/>
              <a:gd name="connsiteY30" fmla="*/ 0 h 6860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218982" h="6860673">
                <a:moveTo>
                  <a:pt x="4456" y="0"/>
                </a:moveTo>
                <a:lnTo>
                  <a:pt x="3150735" y="0"/>
                </a:lnTo>
                <a:lnTo>
                  <a:pt x="3150734" y="1"/>
                </a:lnTo>
                <a:lnTo>
                  <a:pt x="3275209" y="1"/>
                </a:lnTo>
                <a:lnTo>
                  <a:pt x="3275209" y="0"/>
                </a:lnTo>
                <a:lnTo>
                  <a:pt x="12218982" y="0"/>
                </a:lnTo>
                <a:lnTo>
                  <a:pt x="12218982" y="1983013"/>
                </a:lnTo>
                <a:lnTo>
                  <a:pt x="12062259" y="2024385"/>
                </a:lnTo>
                <a:cubicBezTo>
                  <a:pt x="11728036" y="2099441"/>
                  <a:pt x="11364094" y="2141640"/>
                  <a:pt x="10972986" y="2139627"/>
                </a:cubicBezTo>
                <a:cubicBezTo>
                  <a:pt x="8748018" y="2128176"/>
                  <a:pt x="7788484" y="155587"/>
                  <a:pt x="5417726" y="115939"/>
                </a:cubicBezTo>
                <a:cubicBezTo>
                  <a:pt x="4862080" y="106647"/>
                  <a:pt x="4363654" y="168899"/>
                  <a:pt x="3916598" y="272807"/>
                </a:cubicBezTo>
                <a:lnTo>
                  <a:pt x="3863345" y="286233"/>
                </a:lnTo>
                <a:lnTo>
                  <a:pt x="3729781" y="323286"/>
                </a:lnTo>
                <a:cubicBezTo>
                  <a:pt x="3036967" y="532141"/>
                  <a:pt x="2352843" y="836886"/>
                  <a:pt x="1717096" y="1451719"/>
                </a:cubicBezTo>
                <a:cubicBezTo>
                  <a:pt x="1293264" y="1861607"/>
                  <a:pt x="966036" y="2282242"/>
                  <a:pt x="708597" y="2695590"/>
                </a:cubicBezTo>
                <a:cubicBezTo>
                  <a:pt x="593502" y="2938109"/>
                  <a:pt x="544310" y="3015870"/>
                  <a:pt x="486880" y="3274865"/>
                </a:cubicBezTo>
                <a:cubicBezTo>
                  <a:pt x="434927" y="3498394"/>
                  <a:pt x="385149" y="3635910"/>
                  <a:pt x="365997" y="3984708"/>
                </a:cubicBezTo>
                <a:lnTo>
                  <a:pt x="341340" y="4301231"/>
                </a:lnTo>
                <a:lnTo>
                  <a:pt x="341340" y="5007890"/>
                </a:lnTo>
                <a:cubicBezTo>
                  <a:pt x="341985" y="5021099"/>
                  <a:pt x="342631" y="5034307"/>
                  <a:pt x="343276" y="5047516"/>
                </a:cubicBezTo>
                <a:cubicBezTo>
                  <a:pt x="393784" y="5666740"/>
                  <a:pt x="577442" y="6188267"/>
                  <a:pt x="814636" y="6666819"/>
                </a:cubicBezTo>
                <a:lnTo>
                  <a:pt x="915601" y="6858000"/>
                </a:lnTo>
                <a:lnTo>
                  <a:pt x="341340" y="6858000"/>
                </a:lnTo>
                <a:lnTo>
                  <a:pt x="341340" y="6860673"/>
                </a:lnTo>
                <a:lnTo>
                  <a:pt x="4456" y="6860673"/>
                </a:lnTo>
                <a:lnTo>
                  <a:pt x="4456" y="2794000"/>
                </a:lnTo>
                <a:lnTo>
                  <a:pt x="0" y="2794000"/>
                </a:lnTo>
                <a:lnTo>
                  <a:pt x="0" y="2022550"/>
                </a:lnTo>
                <a:lnTo>
                  <a:pt x="4456" y="2022550"/>
                </a:lnTo>
                <a:lnTo>
                  <a:pt x="4456" y="1646989"/>
                </a:lnTo>
                <a:lnTo>
                  <a:pt x="4456" y="0"/>
                </a:lnTo>
                <a:close/>
              </a:path>
            </a:pathLst>
          </a:custGeom>
          <a:gradFill>
            <a:gsLst>
              <a:gs pos="0">
                <a:schemeClr val="accent3">
                  <a:lumMod val="25000"/>
                  <a:alpha val="60164"/>
                </a:schemeClr>
              </a:gs>
              <a:gs pos="77000">
                <a:schemeClr val="accent3">
                  <a:lumMod val="25000"/>
                  <a:alpha val="29492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4" name="Freeform 10">
            <a:extLst>
              <a:ext uri="{FF2B5EF4-FFF2-40B4-BE49-F238E27FC236}">
                <a16:creationId xmlns:a16="http://schemas.microsoft.com/office/drawing/2014/main" id="{A9BF091C-5F88-B50F-03BB-284950253993}"/>
              </a:ext>
            </a:extLst>
          </p:cNvPr>
          <p:cNvSpPr/>
          <p:nvPr userDrawn="1"/>
        </p:nvSpPr>
        <p:spPr>
          <a:xfrm flipV="1">
            <a:off x="204060" y="5377862"/>
            <a:ext cx="7471211" cy="1480138"/>
          </a:xfrm>
          <a:custGeom>
            <a:avLst/>
            <a:gdLst>
              <a:gd name="connsiteX0" fmla="*/ 1910385 w 3946673"/>
              <a:gd name="connsiteY0" fmla="*/ 781847 h 781884"/>
              <a:gd name="connsiteX1" fmla="*/ 3855031 w 3946673"/>
              <a:gd name="connsiteY1" fmla="*/ 44786 h 781884"/>
              <a:gd name="connsiteX2" fmla="*/ 3946673 w 3946673"/>
              <a:gd name="connsiteY2" fmla="*/ 0 h 781884"/>
              <a:gd name="connsiteX3" fmla="*/ 0 w 3946673"/>
              <a:gd name="connsiteY3" fmla="*/ 0 h 781884"/>
              <a:gd name="connsiteX4" fmla="*/ 54644 w 3946673"/>
              <a:gd name="connsiteY4" fmla="*/ 67939 h 781884"/>
              <a:gd name="connsiteX5" fmla="*/ 1910385 w 3946673"/>
              <a:gd name="connsiteY5" fmla="*/ 781847 h 781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46673" h="781884">
                <a:moveTo>
                  <a:pt x="1910385" y="781847"/>
                </a:moveTo>
                <a:cubicBezTo>
                  <a:pt x="2719463" y="777993"/>
                  <a:pt x="3240943" y="361686"/>
                  <a:pt x="3855031" y="44786"/>
                </a:cubicBezTo>
                <a:lnTo>
                  <a:pt x="3946673" y="0"/>
                </a:lnTo>
                <a:lnTo>
                  <a:pt x="0" y="0"/>
                </a:lnTo>
                <a:lnTo>
                  <a:pt x="54644" y="67939"/>
                </a:lnTo>
                <a:cubicBezTo>
                  <a:pt x="372182" y="426203"/>
                  <a:pt x="1020399" y="786086"/>
                  <a:pt x="1910385" y="781847"/>
                </a:cubicBezTo>
                <a:close/>
              </a:path>
            </a:pathLst>
          </a:custGeom>
          <a:gradFill>
            <a:gsLst>
              <a:gs pos="66000">
                <a:schemeClr val="tx2">
                  <a:alpha val="8123"/>
                </a:schemeClr>
              </a:gs>
              <a:gs pos="33000">
                <a:schemeClr val="accent6">
                  <a:alpha val="13919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5" name="Freeform 16">
            <a:extLst>
              <a:ext uri="{FF2B5EF4-FFF2-40B4-BE49-F238E27FC236}">
                <a16:creationId xmlns:a16="http://schemas.microsoft.com/office/drawing/2014/main" id="{3FF8B459-35F5-072D-56FA-415EEABE6DC2}"/>
              </a:ext>
            </a:extLst>
          </p:cNvPr>
          <p:cNvSpPr/>
          <p:nvPr userDrawn="1"/>
        </p:nvSpPr>
        <p:spPr>
          <a:xfrm rot="10800000">
            <a:off x="-30287" y="4822578"/>
            <a:ext cx="12230888" cy="2040391"/>
          </a:xfrm>
          <a:custGeom>
            <a:avLst/>
            <a:gdLst>
              <a:gd name="connsiteX0" fmla="*/ 1751979 w 12230888"/>
              <a:gd name="connsiteY0" fmla="*/ 2040336 h 2040391"/>
              <a:gd name="connsiteX1" fmla="*/ 44227 w 12230888"/>
              <a:gd name="connsiteY1" fmla="*/ 1650944 h 2040391"/>
              <a:gd name="connsiteX2" fmla="*/ 0 w 12230888"/>
              <a:gd name="connsiteY2" fmla="*/ 1626084 h 2040391"/>
              <a:gd name="connsiteX3" fmla="*/ 0 w 12230888"/>
              <a:gd name="connsiteY3" fmla="*/ 0 h 2040391"/>
              <a:gd name="connsiteX4" fmla="*/ 12230888 w 12230888"/>
              <a:gd name="connsiteY4" fmla="*/ 0 h 2040391"/>
              <a:gd name="connsiteX5" fmla="*/ 12230888 w 12230888"/>
              <a:gd name="connsiteY5" fmla="*/ 1945571 h 2040391"/>
              <a:gd name="connsiteX6" fmla="*/ 12158569 w 12230888"/>
              <a:gd name="connsiteY6" fmla="*/ 1963333 h 2040391"/>
              <a:gd name="connsiteX7" fmla="*/ 11600914 w 12230888"/>
              <a:gd name="connsiteY7" fmla="*/ 2019284 h 2040391"/>
              <a:gd name="connsiteX8" fmla="*/ 9893162 w 12230888"/>
              <a:gd name="connsiteY8" fmla="*/ 1629893 h 2040391"/>
              <a:gd name="connsiteX9" fmla="*/ 9779649 w 12230888"/>
              <a:gd name="connsiteY9" fmla="*/ 1560235 h 2040391"/>
              <a:gd name="connsiteX10" fmla="*/ 9734876 w 12230888"/>
              <a:gd name="connsiteY10" fmla="*/ 1542756 h 2040391"/>
              <a:gd name="connsiteX11" fmla="*/ 6253752 w 12230888"/>
              <a:gd name="connsiteY11" fmla="*/ 400415 h 2040391"/>
              <a:gd name="connsiteX12" fmla="*/ 1751979 w 12230888"/>
              <a:gd name="connsiteY12" fmla="*/ 2040336 h 2040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230888" h="2040391">
                <a:moveTo>
                  <a:pt x="1751979" y="2040336"/>
                </a:moveTo>
                <a:cubicBezTo>
                  <a:pt x="1075843" y="2043817"/>
                  <a:pt x="499894" y="1884241"/>
                  <a:pt x="44227" y="1650944"/>
                </a:cubicBezTo>
                <a:lnTo>
                  <a:pt x="0" y="1626084"/>
                </a:lnTo>
                <a:lnTo>
                  <a:pt x="0" y="0"/>
                </a:lnTo>
                <a:lnTo>
                  <a:pt x="12230888" y="0"/>
                </a:lnTo>
                <a:lnTo>
                  <a:pt x="12230888" y="1945571"/>
                </a:lnTo>
                <a:lnTo>
                  <a:pt x="12158569" y="1963333"/>
                </a:lnTo>
                <a:cubicBezTo>
                  <a:pt x="11983060" y="1998243"/>
                  <a:pt x="11798121" y="2018269"/>
                  <a:pt x="11600914" y="2019284"/>
                </a:cubicBezTo>
                <a:cubicBezTo>
                  <a:pt x="10924778" y="2022765"/>
                  <a:pt x="10348830" y="1863190"/>
                  <a:pt x="9893162" y="1629893"/>
                </a:cubicBezTo>
                <a:lnTo>
                  <a:pt x="9779649" y="1560235"/>
                </a:lnTo>
                <a:lnTo>
                  <a:pt x="9734876" y="1542756"/>
                </a:lnTo>
                <a:cubicBezTo>
                  <a:pt x="9114026" y="1267812"/>
                  <a:pt x="8054852" y="370292"/>
                  <a:pt x="6253752" y="400415"/>
                </a:cubicBezTo>
                <a:cubicBezTo>
                  <a:pt x="4332581" y="432545"/>
                  <a:pt x="3555009" y="2031056"/>
                  <a:pt x="1751979" y="204033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6">
                  <a:alpha val="23907"/>
                </a:schemeClr>
              </a:gs>
              <a:gs pos="85000">
                <a:schemeClr val="accent5">
                  <a:lumMod val="50000"/>
                  <a:alpha val="42331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6" name="Freeform 17">
            <a:extLst>
              <a:ext uri="{FF2B5EF4-FFF2-40B4-BE49-F238E27FC236}">
                <a16:creationId xmlns:a16="http://schemas.microsoft.com/office/drawing/2014/main" id="{73867BC1-390E-647F-B33F-8622748E6530}"/>
              </a:ext>
            </a:extLst>
          </p:cNvPr>
          <p:cNvSpPr/>
          <p:nvPr userDrawn="1"/>
        </p:nvSpPr>
        <p:spPr>
          <a:xfrm>
            <a:off x="0" y="0"/>
            <a:ext cx="12192000" cy="2035422"/>
          </a:xfrm>
          <a:custGeom>
            <a:avLst/>
            <a:gdLst>
              <a:gd name="connsiteX0" fmla="*/ 0 w 12192000"/>
              <a:gd name="connsiteY0" fmla="*/ 0 h 2035422"/>
              <a:gd name="connsiteX1" fmla="*/ 12192000 w 12192000"/>
              <a:gd name="connsiteY1" fmla="*/ 0 h 2035422"/>
              <a:gd name="connsiteX2" fmla="*/ 12192000 w 12192000"/>
              <a:gd name="connsiteY2" fmla="*/ 1759689 h 2035422"/>
              <a:gd name="connsiteX3" fmla="*/ 12103306 w 12192000"/>
              <a:gd name="connsiteY3" fmla="*/ 1729773 h 2035422"/>
              <a:gd name="connsiteX4" fmla="*/ 11659615 w 12192000"/>
              <a:gd name="connsiteY4" fmla="*/ 1535038 h 2035422"/>
              <a:gd name="connsiteX5" fmla="*/ 11521247 w 12192000"/>
              <a:gd name="connsiteY5" fmla="*/ 1450127 h 2035422"/>
              <a:gd name="connsiteX6" fmla="*/ 11466670 w 12192000"/>
              <a:gd name="connsiteY6" fmla="*/ 1428821 h 2035422"/>
              <a:gd name="connsiteX7" fmla="*/ 7223297 w 12192000"/>
              <a:gd name="connsiteY7" fmla="*/ 36346 h 2035422"/>
              <a:gd name="connsiteX8" fmla="*/ 1735787 w 12192000"/>
              <a:gd name="connsiteY8" fmla="*/ 2035354 h 2035422"/>
              <a:gd name="connsiteX9" fmla="*/ 97785 w 12192000"/>
              <a:gd name="connsiteY9" fmla="*/ 1755433 h 2035422"/>
              <a:gd name="connsiteX10" fmla="*/ 0 w 12192000"/>
              <a:gd name="connsiteY10" fmla="*/ 1715854 h 2035422"/>
              <a:gd name="connsiteX11" fmla="*/ 0 w 12192000"/>
              <a:gd name="connsiteY11" fmla="*/ 0 h 2035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192000" h="2035422">
                <a:moveTo>
                  <a:pt x="0" y="0"/>
                </a:moveTo>
                <a:lnTo>
                  <a:pt x="12192000" y="0"/>
                </a:lnTo>
                <a:lnTo>
                  <a:pt x="12192000" y="1759689"/>
                </a:lnTo>
                <a:lnTo>
                  <a:pt x="12103306" y="1729773"/>
                </a:lnTo>
                <a:cubicBezTo>
                  <a:pt x="11946501" y="1671612"/>
                  <a:pt x="11798476" y="1606133"/>
                  <a:pt x="11659615" y="1535038"/>
                </a:cubicBezTo>
                <a:lnTo>
                  <a:pt x="11521247" y="1450127"/>
                </a:lnTo>
                <a:lnTo>
                  <a:pt x="11466670" y="1428821"/>
                </a:lnTo>
                <a:cubicBezTo>
                  <a:pt x="10709874" y="1093673"/>
                  <a:pt x="9418777" y="-373"/>
                  <a:pt x="7223297" y="36346"/>
                </a:cubicBezTo>
                <a:cubicBezTo>
                  <a:pt x="4881454" y="75511"/>
                  <a:pt x="3933620" y="2024042"/>
                  <a:pt x="1735787" y="2035354"/>
                </a:cubicBezTo>
                <a:cubicBezTo>
                  <a:pt x="1117647" y="2038536"/>
                  <a:pt x="568201" y="1929916"/>
                  <a:pt x="97785" y="1755433"/>
                </a:cubicBezTo>
                <a:lnTo>
                  <a:pt x="0" y="1715854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25000"/>
                </a:schemeClr>
              </a:gs>
              <a:gs pos="99000">
                <a:schemeClr val="accent3">
                  <a:lumMod val="25000"/>
                </a:schemeClr>
              </a:gs>
              <a:gs pos="31000">
                <a:schemeClr val="accent6">
                  <a:alpha val="69328"/>
                </a:schemeClr>
              </a:gs>
              <a:gs pos="73000">
                <a:schemeClr val="accent5">
                  <a:lumMod val="50000"/>
                  <a:alpha val="42331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7" name="Freeform 18">
            <a:extLst>
              <a:ext uri="{FF2B5EF4-FFF2-40B4-BE49-F238E27FC236}">
                <a16:creationId xmlns:a16="http://schemas.microsoft.com/office/drawing/2014/main" id="{FA6C5756-59FF-66C3-2611-3D7AB2049ABE}"/>
              </a:ext>
            </a:extLst>
          </p:cNvPr>
          <p:cNvSpPr/>
          <p:nvPr userDrawn="1"/>
        </p:nvSpPr>
        <p:spPr>
          <a:xfrm flipH="1">
            <a:off x="-2" y="0"/>
            <a:ext cx="11262111" cy="2139696"/>
          </a:xfrm>
          <a:custGeom>
            <a:avLst/>
            <a:gdLst>
              <a:gd name="connsiteX0" fmla="*/ 3062591 w 9676770"/>
              <a:gd name="connsiteY0" fmla="*/ 1838437 h 1838496"/>
              <a:gd name="connsiteX1" fmla="*/ 10485 w 9676770"/>
              <a:gd name="connsiteY1" fmla="*/ 104484 h 1838496"/>
              <a:gd name="connsiteX2" fmla="*/ 0 w 9676770"/>
              <a:gd name="connsiteY2" fmla="*/ 0 h 1838496"/>
              <a:gd name="connsiteX3" fmla="*/ 9676770 w 9676770"/>
              <a:gd name="connsiteY3" fmla="*/ 0 h 1838496"/>
              <a:gd name="connsiteX4" fmla="*/ 9676770 w 9676770"/>
              <a:gd name="connsiteY4" fmla="*/ 396354 h 1838496"/>
              <a:gd name="connsiteX5" fmla="*/ 9495267 w 9676770"/>
              <a:gd name="connsiteY5" fmla="*/ 334664 h 1838496"/>
              <a:gd name="connsiteX6" fmla="*/ 7835850 w 9676770"/>
              <a:gd name="connsiteY6" fmla="*/ 99619 h 1838496"/>
              <a:gd name="connsiteX7" fmla="*/ 3062591 w 9676770"/>
              <a:gd name="connsiteY7" fmla="*/ 1838437 h 183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76770" h="1838496">
                <a:moveTo>
                  <a:pt x="3062591" y="1838437"/>
                </a:moveTo>
                <a:cubicBezTo>
                  <a:pt x="1270312" y="1847662"/>
                  <a:pt x="141962" y="776331"/>
                  <a:pt x="10485" y="104484"/>
                </a:cubicBezTo>
                <a:lnTo>
                  <a:pt x="0" y="0"/>
                </a:lnTo>
                <a:lnTo>
                  <a:pt x="9676770" y="0"/>
                </a:lnTo>
                <a:lnTo>
                  <a:pt x="9676770" y="396354"/>
                </a:lnTo>
                <a:lnTo>
                  <a:pt x="9495267" y="334664"/>
                </a:lnTo>
                <a:cubicBezTo>
                  <a:pt x="9021588" y="187614"/>
                  <a:pt x="8472423" y="88973"/>
                  <a:pt x="7835850" y="99619"/>
                </a:cubicBezTo>
                <a:cubicBezTo>
                  <a:pt x="5798818" y="133686"/>
                  <a:pt x="4974355" y="1828598"/>
                  <a:pt x="3062591" y="1838437"/>
                </a:cubicBez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25000"/>
                  <a:alpha val="50000"/>
                </a:schemeClr>
              </a:gs>
              <a:gs pos="73000">
                <a:schemeClr val="accent1">
                  <a:alpha val="11498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8" name="Freeform 19">
            <a:extLst>
              <a:ext uri="{FF2B5EF4-FFF2-40B4-BE49-F238E27FC236}">
                <a16:creationId xmlns:a16="http://schemas.microsoft.com/office/drawing/2014/main" id="{EF6D3160-DA6D-8CDA-3A13-8A43EC05449D}"/>
              </a:ext>
            </a:extLst>
          </p:cNvPr>
          <p:cNvSpPr/>
          <p:nvPr userDrawn="1"/>
        </p:nvSpPr>
        <p:spPr>
          <a:xfrm>
            <a:off x="0" y="7399"/>
            <a:ext cx="4758726" cy="842020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43000"/>
                </a:schemeClr>
              </a:gs>
              <a:gs pos="100000">
                <a:schemeClr val="accent6">
                  <a:alpha val="53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6000" y="2752344"/>
            <a:ext cx="7763256" cy="1600200"/>
          </a:xfrm>
        </p:spPr>
        <p:txBody>
          <a:bodyPr anchor="t">
            <a:noAutofit/>
          </a:bodyPr>
          <a:lstStyle>
            <a:lvl1pPr algn="ctr">
              <a:lnSpc>
                <a:spcPct val="10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32320" y="4233672"/>
            <a:ext cx="2843784" cy="448056"/>
          </a:xfrm>
        </p:spPr>
        <p:txBody>
          <a:bodyPr>
            <a:no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9227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 Placeholder 50">
            <a:extLst>
              <a:ext uri="{FF2B5EF4-FFF2-40B4-BE49-F238E27FC236}">
                <a16:creationId xmlns:a16="http://schemas.microsoft.com/office/drawing/2014/main" id="{100A0D9B-ADC5-C41B-130F-1EA1EDE9F2E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372600" y="3236976"/>
            <a:ext cx="2093976" cy="1856232"/>
          </a:xfrm>
          <a:custGeom>
            <a:avLst/>
            <a:gdLst>
              <a:gd name="connsiteX0" fmla="*/ 0 w 2093976"/>
              <a:gd name="connsiteY0" fmla="*/ 0 h 1856232"/>
              <a:gd name="connsiteX1" fmla="*/ 2093976 w 2093976"/>
              <a:gd name="connsiteY1" fmla="*/ 0 h 1856232"/>
              <a:gd name="connsiteX2" fmla="*/ 2093976 w 2093976"/>
              <a:gd name="connsiteY2" fmla="*/ 1695761 h 1856232"/>
              <a:gd name="connsiteX3" fmla="*/ 1933505 w 2093976"/>
              <a:gd name="connsiteY3" fmla="*/ 1856232 h 1856232"/>
              <a:gd name="connsiteX4" fmla="*/ 0 w 2093976"/>
              <a:gd name="connsiteY4" fmla="*/ 1856232 h 1856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93976" h="1856232">
                <a:moveTo>
                  <a:pt x="0" y="0"/>
                </a:moveTo>
                <a:lnTo>
                  <a:pt x="2093976" y="0"/>
                </a:lnTo>
                <a:lnTo>
                  <a:pt x="2093976" y="1695761"/>
                </a:lnTo>
                <a:cubicBezTo>
                  <a:pt x="2093976" y="1784387"/>
                  <a:pt x="2022131" y="1856232"/>
                  <a:pt x="1933505" y="1856232"/>
                </a:cubicBezTo>
                <a:lnTo>
                  <a:pt x="0" y="1856232"/>
                </a:lnTo>
                <a:close/>
              </a:path>
            </a:pathLst>
          </a:custGeom>
          <a:ln w="12700">
            <a:solidFill>
              <a:schemeClr val="bg1"/>
            </a:solidFill>
          </a:ln>
        </p:spPr>
        <p:txBody>
          <a:bodyPr wrap="square" lIns="256032" tIns="201168" rIns="27432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53694F-11E9-3CF0-DCDE-FC7C6FAF5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5064" y="832104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7" name="Text Placeholder 56">
            <a:extLst>
              <a:ext uri="{FF2B5EF4-FFF2-40B4-BE49-F238E27FC236}">
                <a16:creationId xmlns:a16="http://schemas.microsoft.com/office/drawing/2014/main" id="{9AF8AEFF-3F3B-8AFC-621B-F653E2F1B74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7339" y="2478024"/>
            <a:ext cx="2098157" cy="702770"/>
          </a:xfrm>
          <a:custGeom>
            <a:avLst/>
            <a:gdLst>
              <a:gd name="connsiteX0" fmla="*/ 169182 w 2098157"/>
              <a:gd name="connsiteY0" fmla="*/ 0 h 702770"/>
              <a:gd name="connsiteX1" fmla="*/ 2098157 w 2098157"/>
              <a:gd name="connsiteY1" fmla="*/ 0 h 702770"/>
              <a:gd name="connsiteX2" fmla="*/ 2098157 w 2098157"/>
              <a:gd name="connsiteY2" fmla="*/ 702770 h 702770"/>
              <a:gd name="connsiteX3" fmla="*/ 2097025 w 2098157"/>
              <a:gd name="connsiteY3" fmla="*/ 702770 h 702770"/>
              <a:gd name="connsiteX4" fmla="*/ 503974 w 2098157"/>
              <a:gd name="connsiteY4" fmla="*/ 702770 h 702770"/>
              <a:gd name="connsiteX5" fmla="*/ 0 w 2098157"/>
              <a:gd name="connsiteY5" fmla="*/ 702770 h 702770"/>
              <a:gd name="connsiteX6" fmla="*/ 0 w 2098157"/>
              <a:gd name="connsiteY6" fmla="*/ 202766 h 702770"/>
              <a:gd name="connsiteX7" fmla="*/ 136581 w 2098157"/>
              <a:gd name="connsiteY7" fmla="*/ 3900 h 702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98157" h="702770">
                <a:moveTo>
                  <a:pt x="169182" y="0"/>
                </a:moveTo>
                <a:lnTo>
                  <a:pt x="2098157" y="0"/>
                </a:lnTo>
                <a:lnTo>
                  <a:pt x="2098157" y="702770"/>
                </a:lnTo>
                <a:lnTo>
                  <a:pt x="2097025" y="702770"/>
                </a:lnTo>
                <a:lnTo>
                  <a:pt x="503974" y="702770"/>
                </a:lnTo>
                <a:lnTo>
                  <a:pt x="0" y="702770"/>
                </a:lnTo>
                <a:lnTo>
                  <a:pt x="0" y="202766"/>
                </a:lnTo>
                <a:cubicBezTo>
                  <a:pt x="0" y="104671"/>
                  <a:pt x="58634" y="22828"/>
                  <a:pt x="136581" y="3900"/>
                </a:cubicBezTo>
                <a:close/>
              </a:path>
            </a:pathLst>
          </a:custGeom>
          <a:solidFill>
            <a:schemeClr val="accent6"/>
          </a:solidFill>
          <a:ln w="12700">
            <a:solidFill>
              <a:schemeClr val="accent6"/>
            </a:solidFill>
          </a:ln>
        </p:spPr>
        <p:txBody>
          <a:bodyPr wrap="square" lIns="91440" tIns="45720" rIns="91440" bIns="4572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C0111168-089D-E125-6CBB-0B288CE8D5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31520" y="3236976"/>
            <a:ext cx="2093976" cy="1856232"/>
          </a:xfrm>
          <a:custGeom>
            <a:avLst/>
            <a:gdLst>
              <a:gd name="connsiteX0" fmla="*/ 0 w 2093976"/>
              <a:gd name="connsiteY0" fmla="*/ 0 h 1856232"/>
              <a:gd name="connsiteX1" fmla="*/ 2093976 w 2093976"/>
              <a:gd name="connsiteY1" fmla="*/ 0 h 1856232"/>
              <a:gd name="connsiteX2" fmla="*/ 2093976 w 2093976"/>
              <a:gd name="connsiteY2" fmla="*/ 1856232 h 1856232"/>
              <a:gd name="connsiteX3" fmla="*/ 160471 w 2093976"/>
              <a:gd name="connsiteY3" fmla="*/ 1856232 h 1856232"/>
              <a:gd name="connsiteX4" fmla="*/ 0 w 2093976"/>
              <a:gd name="connsiteY4" fmla="*/ 1695761 h 1856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93976" h="1856232">
                <a:moveTo>
                  <a:pt x="0" y="0"/>
                </a:moveTo>
                <a:lnTo>
                  <a:pt x="2093976" y="0"/>
                </a:lnTo>
                <a:lnTo>
                  <a:pt x="2093976" y="1856232"/>
                </a:lnTo>
                <a:lnTo>
                  <a:pt x="160471" y="1856232"/>
                </a:lnTo>
                <a:cubicBezTo>
                  <a:pt x="71845" y="1856232"/>
                  <a:pt x="0" y="1784387"/>
                  <a:pt x="0" y="1695761"/>
                </a:cubicBezTo>
                <a:close/>
              </a:path>
            </a:pathLst>
          </a:custGeom>
          <a:ln w="12700">
            <a:solidFill>
              <a:schemeClr val="bg1"/>
            </a:solidFill>
          </a:ln>
        </p:spPr>
        <p:txBody>
          <a:bodyPr wrap="square" lIns="256032" tIns="201168" rIns="27432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20FBF32C-8DDB-F094-1C74-FDE91B64F9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4932" y="2478024"/>
            <a:ext cx="2103120" cy="704088"/>
          </a:xfr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91440" tIns="45720" rIns="91440" bIns="4572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5237567-8AEF-3966-7CED-5DA3ACD21E7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891790" y="3236976"/>
            <a:ext cx="2093976" cy="1856232"/>
          </a:xfrm>
          <a:ln w="12700">
            <a:solidFill>
              <a:schemeClr val="bg1"/>
            </a:solidFill>
          </a:ln>
        </p:spPr>
        <p:txBody>
          <a:bodyPr lIns="256032" tIns="201168" rIns="2743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137587B-C03C-671F-AED7-4B974605AF4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47488" y="2478024"/>
            <a:ext cx="2103120" cy="704088"/>
          </a:xfr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lIns="91440" tIns="45720" rIns="91440" bIns="4572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25D4A96A-10D9-D4AD-C775-61041F026BA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52060" y="3236976"/>
            <a:ext cx="2093976" cy="1856232"/>
          </a:xfrm>
          <a:ln w="12700">
            <a:solidFill>
              <a:schemeClr val="bg1"/>
            </a:solidFill>
          </a:ln>
        </p:spPr>
        <p:txBody>
          <a:bodyPr lIns="256032" tIns="201168" rIns="2743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81308FE1-98CC-9FD0-5CF1-5A8E61C5BA9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210044" y="2478024"/>
            <a:ext cx="2103120" cy="704088"/>
          </a:xfr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lIns="91440" tIns="45720" rIns="91440" bIns="4572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B6FB197B-711E-A949-62E5-216CBC83FFB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212330" y="3236976"/>
            <a:ext cx="2093976" cy="1856232"/>
          </a:xfrm>
          <a:ln w="12700">
            <a:solidFill>
              <a:schemeClr val="bg1"/>
            </a:solidFill>
          </a:ln>
        </p:spPr>
        <p:txBody>
          <a:bodyPr lIns="256032" tIns="201168" rIns="2743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54">
            <a:extLst>
              <a:ext uri="{FF2B5EF4-FFF2-40B4-BE49-F238E27FC236}">
                <a16:creationId xmlns:a16="http://schemas.microsoft.com/office/drawing/2014/main" id="{76A5CBAC-0099-3E8F-E44D-7B999D70796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372600" y="2478025"/>
            <a:ext cx="2098157" cy="702769"/>
          </a:xfrm>
          <a:custGeom>
            <a:avLst/>
            <a:gdLst>
              <a:gd name="connsiteX0" fmla="*/ 0 w 2098157"/>
              <a:gd name="connsiteY0" fmla="*/ 0 h 702769"/>
              <a:gd name="connsiteX1" fmla="*/ 1928984 w 2098157"/>
              <a:gd name="connsiteY1" fmla="*/ 0 h 702769"/>
              <a:gd name="connsiteX2" fmla="*/ 1961576 w 2098157"/>
              <a:gd name="connsiteY2" fmla="*/ 3899 h 702769"/>
              <a:gd name="connsiteX3" fmla="*/ 2098157 w 2098157"/>
              <a:gd name="connsiteY3" fmla="*/ 202765 h 702769"/>
              <a:gd name="connsiteX4" fmla="*/ 2098157 w 2098157"/>
              <a:gd name="connsiteY4" fmla="*/ 702769 h 702769"/>
              <a:gd name="connsiteX5" fmla="*/ 1594183 w 2098157"/>
              <a:gd name="connsiteY5" fmla="*/ 702769 h 702769"/>
              <a:gd name="connsiteX6" fmla="*/ 1132 w 2098157"/>
              <a:gd name="connsiteY6" fmla="*/ 702769 h 702769"/>
              <a:gd name="connsiteX7" fmla="*/ 0 w 2098157"/>
              <a:gd name="connsiteY7" fmla="*/ 702769 h 7027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98157" h="702769">
                <a:moveTo>
                  <a:pt x="0" y="0"/>
                </a:moveTo>
                <a:lnTo>
                  <a:pt x="1928984" y="0"/>
                </a:lnTo>
                <a:lnTo>
                  <a:pt x="1961576" y="3899"/>
                </a:lnTo>
                <a:cubicBezTo>
                  <a:pt x="2039523" y="22827"/>
                  <a:pt x="2098157" y="104670"/>
                  <a:pt x="2098157" y="202765"/>
                </a:cubicBezTo>
                <a:lnTo>
                  <a:pt x="2098157" y="702769"/>
                </a:lnTo>
                <a:lnTo>
                  <a:pt x="1594183" y="702769"/>
                </a:lnTo>
                <a:lnTo>
                  <a:pt x="1132" y="702769"/>
                </a:lnTo>
                <a:lnTo>
                  <a:pt x="0" y="702769"/>
                </a:lnTo>
                <a:close/>
              </a:path>
            </a:pathLst>
          </a:custGeom>
          <a:solidFill>
            <a:schemeClr val="tx2"/>
          </a:solidFill>
          <a:ln w="12700">
            <a:solidFill>
              <a:schemeClr val="tx2"/>
            </a:solidFill>
          </a:ln>
        </p:spPr>
        <p:txBody>
          <a:bodyPr wrap="square" lIns="91440" tIns="45720" rIns="91440" bIns="4572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66900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3694F-11E9-3CF0-DCDE-FC7C6FAF5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24" y="832104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652500-B558-F785-439F-12315F43312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8A96B1-64D5-11B6-BD02-AD31F317296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C883D99-31C6-D5A2-D86A-FC9440CEA769}"/>
              </a:ext>
            </a:extLst>
          </p:cNvPr>
          <p:cNvCxnSpPr>
            <a:cxnSpLocks/>
          </p:cNvCxnSpPr>
          <p:nvPr userDrawn="1"/>
        </p:nvCxnSpPr>
        <p:spPr>
          <a:xfrm>
            <a:off x="2654521" y="3342305"/>
            <a:ext cx="2170451" cy="0"/>
          </a:xfrm>
          <a:prstGeom prst="line">
            <a:avLst/>
          </a:prstGeom>
          <a:ln w="12700">
            <a:solidFill>
              <a:schemeClr val="accent6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38AB5A6-6184-8A00-738A-9F575C1472CC}"/>
              </a:ext>
            </a:extLst>
          </p:cNvPr>
          <p:cNvCxnSpPr>
            <a:cxnSpLocks/>
          </p:cNvCxnSpPr>
          <p:nvPr userDrawn="1"/>
        </p:nvCxnSpPr>
        <p:spPr>
          <a:xfrm>
            <a:off x="4824972" y="3340836"/>
            <a:ext cx="2171700" cy="0"/>
          </a:xfrm>
          <a:prstGeom prst="line">
            <a:avLst/>
          </a:prstGeom>
          <a:ln w="12700">
            <a:solidFill>
              <a:schemeClr val="accent5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0BFB726-8911-1D40-8CAD-0678A3988661}"/>
              </a:ext>
            </a:extLst>
          </p:cNvPr>
          <p:cNvCxnSpPr>
            <a:cxnSpLocks/>
          </p:cNvCxnSpPr>
          <p:nvPr userDrawn="1"/>
        </p:nvCxnSpPr>
        <p:spPr>
          <a:xfrm>
            <a:off x="6996672" y="3340836"/>
            <a:ext cx="2161515" cy="14408"/>
          </a:xfrm>
          <a:prstGeom prst="line">
            <a:avLst/>
          </a:prstGeom>
          <a:ln w="12700">
            <a:solidFill>
              <a:schemeClr val="accent4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06BA5D-5C40-149B-0AE7-118CF43109F3}"/>
              </a:ext>
            </a:extLst>
          </p:cNvPr>
          <p:cNvCxnSpPr>
            <a:cxnSpLocks/>
          </p:cNvCxnSpPr>
          <p:nvPr userDrawn="1"/>
        </p:nvCxnSpPr>
        <p:spPr>
          <a:xfrm>
            <a:off x="9158187" y="3351497"/>
            <a:ext cx="2189197" cy="0"/>
          </a:xfrm>
          <a:prstGeom prst="line">
            <a:avLst/>
          </a:prstGeom>
          <a:ln w="12700">
            <a:solidFill>
              <a:schemeClr val="accent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0E1F9F84-FEDF-EE4B-151E-0BA753B313F2}"/>
              </a:ext>
            </a:extLst>
          </p:cNvPr>
          <p:cNvSpPr/>
          <p:nvPr userDrawn="1"/>
        </p:nvSpPr>
        <p:spPr>
          <a:xfrm>
            <a:off x="2059659" y="2734154"/>
            <a:ext cx="1218817" cy="12188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D1979A-4075-FDBC-DC21-B473A894753D}"/>
              </a:ext>
            </a:extLst>
          </p:cNvPr>
          <p:cNvSpPr/>
          <p:nvPr userDrawn="1"/>
        </p:nvSpPr>
        <p:spPr>
          <a:xfrm>
            <a:off x="4235682" y="2739194"/>
            <a:ext cx="1218817" cy="1218817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253DC90-8B68-11F4-262C-EF788CC251ED}"/>
              </a:ext>
            </a:extLst>
          </p:cNvPr>
          <p:cNvSpPr/>
          <p:nvPr userDrawn="1"/>
        </p:nvSpPr>
        <p:spPr>
          <a:xfrm>
            <a:off x="6414531" y="2735167"/>
            <a:ext cx="1218817" cy="1218817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CEBAA34-A280-D694-891B-142A8D7FA33C}"/>
              </a:ext>
            </a:extLst>
          </p:cNvPr>
          <p:cNvSpPr/>
          <p:nvPr userDrawn="1"/>
        </p:nvSpPr>
        <p:spPr>
          <a:xfrm>
            <a:off x="8558209" y="2744205"/>
            <a:ext cx="1218817" cy="121881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EC576C9-CAB6-8D5D-5976-B4CC1FB6B5C0}"/>
              </a:ext>
            </a:extLst>
          </p:cNvPr>
          <p:cNvSpPr/>
          <p:nvPr userDrawn="1"/>
        </p:nvSpPr>
        <p:spPr>
          <a:xfrm>
            <a:off x="10759833" y="2736710"/>
            <a:ext cx="1218817" cy="121881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B3AAAB5-1B7C-5567-E7F2-E97DCAFEA821}"/>
              </a:ext>
            </a:extLst>
          </p:cNvPr>
          <p:cNvSpPr/>
          <p:nvPr userDrawn="1"/>
        </p:nvSpPr>
        <p:spPr>
          <a:xfrm flipH="1">
            <a:off x="2128937" y="2804705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6E861CF-DCF3-E6B9-1438-583DC69FFA06}"/>
              </a:ext>
            </a:extLst>
          </p:cNvPr>
          <p:cNvSpPr/>
          <p:nvPr userDrawn="1"/>
        </p:nvSpPr>
        <p:spPr>
          <a:xfrm flipH="1">
            <a:off x="4303549" y="2809745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F4D24E5-CE49-C81C-1933-88384A77E742}"/>
              </a:ext>
            </a:extLst>
          </p:cNvPr>
          <p:cNvSpPr/>
          <p:nvPr userDrawn="1"/>
        </p:nvSpPr>
        <p:spPr>
          <a:xfrm flipH="1">
            <a:off x="6482398" y="2805718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F1CA68B-CB89-15A1-13F9-3DD65297D0BD}"/>
              </a:ext>
            </a:extLst>
          </p:cNvPr>
          <p:cNvSpPr/>
          <p:nvPr userDrawn="1"/>
        </p:nvSpPr>
        <p:spPr>
          <a:xfrm flipH="1">
            <a:off x="8626076" y="2814756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AD773FD-C1E4-FDB0-FDF1-0925375BE2A5}"/>
              </a:ext>
            </a:extLst>
          </p:cNvPr>
          <p:cNvSpPr/>
          <p:nvPr userDrawn="1"/>
        </p:nvSpPr>
        <p:spPr>
          <a:xfrm flipH="1">
            <a:off x="10840400" y="2807261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ACA633AF-3209-BF0D-1450-6A91ACC8533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091258" y="413299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F70EFB68-D184-8E31-A027-F291D78776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91258" y="461762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20FBF32C-8DDB-F094-1C74-FDE91B64F9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49242" y="413299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5237567-8AEF-3966-7CED-5DA3ACD21E7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249242" y="461762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137587B-C03C-671F-AED7-4B974605AF4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434658" y="413299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25D4A96A-10D9-D4AD-C775-61041F026BA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434658" y="461762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81308FE1-98CC-9FD0-5CF1-5A8E61C5BA9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583498" y="413299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B6FB197B-711E-A949-62E5-216CBC83FFB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583498" y="461762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BC5472B4-CBBF-AC70-5BA8-A0661E663D4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0058400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C3CEEBDA-7860-91AD-704A-7A540E1E58F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0058400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DF918527-798D-3B40-E0EA-38C0AEBA6D7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2358661" y="3037144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1" name="Picture Placeholder 29">
            <a:extLst>
              <a:ext uri="{FF2B5EF4-FFF2-40B4-BE49-F238E27FC236}">
                <a16:creationId xmlns:a16="http://schemas.microsoft.com/office/drawing/2014/main" id="{B0D40292-F2DF-0641-6B78-370AC5C5009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4515631" y="3029299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Picture Placeholder 29">
            <a:extLst>
              <a:ext uri="{FF2B5EF4-FFF2-40B4-BE49-F238E27FC236}">
                <a16:creationId xmlns:a16="http://schemas.microsoft.com/office/drawing/2014/main" id="{503DD6AB-C9B3-EBD7-080A-FB219B38122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706503" y="3044348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3" name="Picture Placeholder 29">
            <a:extLst>
              <a:ext uri="{FF2B5EF4-FFF2-40B4-BE49-F238E27FC236}">
                <a16:creationId xmlns:a16="http://schemas.microsoft.com/office/drawing/2014/main" id="{E61A9741-3B1C-111D-B260-CF7E7F223F8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856721" y="3029299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4" name="Picture Placeholder 29">
            <a:extLst>
              <a:ext uri="{FF2B5EF4-FFF2-40B4-BE49-F238E27FC236}">
                <a16:creationId xmlns:a16="http://schemas.microsoft.com/office/drawing/2014/main" id="{E49C1AE1-BC78-2CE3-D292-61496AC727DE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1058345" y="3035222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9" name="Text Placeholder 11">
            <a:extLst>
              <a:ext uri="{FF2B5EF4-FFF2-40B4-BE49-F238E27FC236}">
                <a16:creationId xmlns:a16="http://schemas.microsoft.com/office/drawing/2014/main" id="{3B71C9DC-B9E5-6C34-B451-BA2224CCDDE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060522" y="4297582"/>
            <a:ext cx="146304" cy="146304"/>
          </a:xfrm>
          <a:prstGeom prst="ellipse">
            <a:avLst/>
          </a:prstGeom>
          <a:solidFill>
            <a:schemeClr val="accent6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1">
            <a:extLst>
              <a:ext uri="{FF2B5EF4-FFF2-40B4-BE49-F238E27FC236}">
                <a16:creationId xmlns:a16="http://schemas.microsoft.com/office/drawing/2014/main" id="{0596D87F-0114-685D-7F97-873DBA557947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5227650" y="4297582"/>
            <a:ext cx="146304" cy="146304"/>
          </a:xfrm>
          <a:prstGeom prst="ellipse">
            <a:avLst/>
          </a:prstGeom>
          <a:solidFill>
            <a:schemeClr val="accent5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1">
            <a:extLst>
              <a:ext uri="{FF2B5EF4-FFF2-40B4-BE49-F238E27FC236}">
                <a16:creationId xmlns:a16="http://schemas.microsoft.com/office/drawing/2014/main" id="{5D4E3F00-5755-F2EF-97C8-0FE775CAE04E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7413066" y="4297582"/>
            <a:ext cx="146304" cy="146304"/>
          </a:xfrm>
          <a:prstGeom prst="ellipse">
            <a:avLst/>
          </a:prstGeom>
          <a:solidFill>
            <a:schemeClr val="accent4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29543A01-39BF-D362-26F8-BD1E7D0D3C86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552762" y="4297582"/>
            <a:ext cx="146304" cy="146304"/>
          </a:xfrm>
          <a:prstGeom prst="ellipse">
            <a:avLst/>
          </a:prstGeom>
          <a:solidFill>
            <a:schemeClr val="accent2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BB6B72CD-75B9-D90F-4767-2141AEF3B201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1765610" y="4297582"/>
            <a:ext cx="146304" cy="146304"/>
          </a:xfrm>
          <a:prstGeom prst="ellipse">
            <a:avLst/>
          </a:prstGeom>
          <a:solidFill>
            <a:schemeClr val="accent1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908319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10">
            <a:extLst>
              <a:ext uri="{FF2B5EF4-FFF2-40B4-BE49-F238E27FC236}">
                <a16:creationId xmlns:a16="http://schemas.microsoft.com/office/drawing/2014/main" id="{89A27E14-C943-C294-334B-4D6A7500F3B5}"/>
              </a:ext>
            </a:extLst>
          </p:cNvPr>
          <p:cNvSpPr/>
          <p:nvPr userDrawn="1"/>
        </p:nvSpPr>
        <p:spPr>
          <a:xfrm rot="5400000">
            <a:off x="7383937" y="2039848"/>
            <a:ext cx="6858000" cy="2778304"/>
          </a:xfrm>
          <a:custGeom>
            <a:avLst/>
            <a:gdLst>
              <a:gd name="connsiteX0" fmla="*/ 0 w 6858000"/>
              <a:gd name="connsiteY0" fmla="*/ 1050199 h 2778304"/>
              <a:gd name="connsiteX1" fmla="*/ 0 w 6858000"/>
              <a:gd name="connsiteY1" fmla="*/ 0 h 2778304"/>
              <a:gd name="connsiteX2" fmla="*/ 6858000 w 6858000"/>
              <a:gd name="connsiteY2" fmla="*/ 0 h 2778304"/>
              <a:gd name="connsiteX3" fmla="*/ 6858000 w 6858000"/>
              <a:gd name="connsiteY3" fmla="*/ 1193215 h 2778304"/>
              <a:gd name="connsiteX4" fmla="*/ 6790588 w 6858000"/>
              <a:gd name="connsiteY4" fmla="*/ 1211701 h 2778304"/>
              <a:gd name="connsiteX5" fmla="*/ 3050431 w 6858000"/>
              <a:gd name="connsiteY5" fmla="*/ 2778245 h 2778304"/>
              <a:gd name="connsiteX6" fmla="*/ 37813 w 6858000"/>
              <a:gd name="connsiteY6" fmla="*/ 1183549 h 2778304"/>
              <a:gd name="connsiteX7" fmla="*/ 0 w 6858000"/>
              <a:gd name="connsiteY7" fmla="*/ 1050199 h 2778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2778304">
                <a:moveTo>
                  <a:pt x="0" y="1050199"/>
                </a:moveTo>
                <a:lnTo>
                  <a:pt x="0" y="0"/>
                </a:lnTo>
                <a:lnTo>
                  <a:pt x="6858000" y="0"/>
                </a:lnTo>
                <a:lnTo>
                  <a:pt x="6858000" y="1193215"/>
                </a:lnTo>
                <a:lnTo>
                  <a:pt x="6790588" y="1211701"/>
                </a:lnTo>
                <a:cubicBezTo>
                  <a:pt x="5439260" y="1649845"/>
                  <a:pt x="4603740" y="2770251"/>
                  <a:pt x="3050431" y="2778245"/>
                </a:cubicBezTo>
                <a:cubicBezTo>
                  <a:pt x="1377637" y="2786855"/>
                  <a:pt x="283199" y="1854180"/>
                  <a:pt x="37813" y="1183549"/>
                </a:cubicBezTo>
                <a:lnTo>
                  <a:pt x="0" y="1050199"/>
                </a:lnTo>
                <a:close/>
              </a:path>
            </a:pathLst>
          </a:custGeom>
          <a:gradFill flip="none" rotWithShape="1">
            <a:gsLst>
              <a:gs pos="26000">
                <a:schemeClr val="accent3">
                  <a:lumMod val="25000"/>
                </a:schemeClr>
              </a:gs>
              <a:gs pos="73000">
                <a:schemeClr val="accent1">
                  <a:alpha val="33146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11">
            <a:extLst>
              <a:ext uri="{FF2B5EF4-FFF2-40B4-BE49-F238E27FC236}">
                <a16:creationId xmlns:a16="http://schemas.microsoft.com/office/drawing/2014/main" id="{BE5C5BCA-F960-4024-7215-2D2EFD0FEBF3}"/>
              </a:ext>
            </a:extLst>
          </p:cNvPr>
          <p:cNvSpPr/>
          <p:nvPr userDrawn="1"/>
        </p:nvSpPr>
        <p:spPr>
          <a:xfrm rot="16200000" flipV="1">
            <a:off x="7907199" y="2573198"/>
            <a:ext cx="6858000" cy="1711602"/>
          </a:xfrm>
          <a:custGeom>
            <a:avLst/>
            <a:gdLst>
              <a:gd name="connsiteX0" fmla="*/ 6858000 w 6858000"/>
              <a:gd name="connsiteY0" fmla="*/ 1010661 h 1711602"/>
              <a:gd name="connsiteX1" fmla="*/ 6858000 w 6858000"/>
              <a:gd name="connsiteY1" fmla="*/ 0 h 1711602"/>
              <a:gd name="connsiteX2" fmla="*/ 0 w 6858000"/>
              <a:gd name="connsiteY2" fmla="*/ 0 h 1711602"/>
              <a:gd name="connsiteX3" fmla="*/ 0 w 6858000"/>
              <a:gd name="connsiteY3" fmla="*/ 983884 h 1711602"/>
              <a:gd name="connsiteX4" fmla="*/ 11078 w 6858000"/>
              <a:gd name="connsiteY4" fmla="*/ 997657 h 1711602"/>
              <a:gd name="connsiteX5" fmla="*/ 1866819 w 6858000"/>
              <a:gd name="connsiteY5" fmla="*/ 1711565 h 1711602"/>
              <a:gd name="connsiteX6" fmla="*/ 5098965 w 6858000"/>
              <a:gd name="connsiteY6" fmla="*/ 622006 h 1711602"/>
              <a:gd name="connsiteX7" fmla="*/ 6746500 w 6858000"/>
              <a:gd name="connsiteY7" fmla="*/ 959665 h 1711602"/>
              <a:gd name="connsiteX8" fmla="*/ 6858000 w 6858000"/>
              <a:gd name="connsiteY8" fmla="*/ 1010661 h 1711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1711602">
                <a:moveTo>
                  <a:pt x="6858000" y="1010661"/>
                </a:moveTo>
                <a:lnTo>
                  <a:pt x="6858000" y="0"/>
                </a:lnTo>
                <a:lnTo>
                  <a:pt x="0" y="0"/>
                </a:lnTo>
                <a:lnTo>
                  <a:pt x="0" y="983884"/>
                </a:lnTo>
                <a:lnTo>
                  <a:pt x="11078" y="997657"/>
                </a:lnTo>
                <a:cubicBezTo>
                  <a:pt x="328616" y="1355920"/>
                  <a:pt x="976833" y="1715803"/>
                  <a:pt x="1866819" y="1711565"/>
                </a:cubicBezTo>
                <a:cubicBezTo>
                  <a:pt x="3161344" y="1705400"/>
                  <a:pt x="3719617" y="643352"/>
                  <a:pt x="5098965" y="622006"/>
                </a:cubicBezTo>
                <a:cubicBezTo>
                  <a:pt x="5788640" y="611332"/>
                  <a:pt x="6326795" y="775968"/>
                  <a:pt x="6746500" y="959665"/>
                </a:cubicBezTo>
                <a:lnTo>
                  <a:pt x="6858000" y="1010661"/>
                </a:lnTo>
                <a:close/>
              </a:path>
            </a:pathLst>
          </a:custGeom>
          <a:gradFill>
            <a:gsLst>
              <a:gs pos="79000">
                <a:schemeClr val="accent4">
                  <a:lumMod val="75000"/>
                  <a:alpha val="79763"/>
                </a:schemeClr>
              </a:gs>
              <a:gs pos="37000">
                <a:schemeClr val="accent3">
                  <a:lumMod val="25000"/>
                  <a:alpha val="27934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3">
            <a:extLst>
              <a:ext uri="{FF2B5EF4-FFF2-40B4-BE49-F238E27FC236}">
                <a16:creationId xmlns:a16="http://schemas.microsoft.com/office/drawing/2014/main" id="{6F62D03F-D065-13FE-5D30-58C2523BD14D}"/>
              </a:ext>
            </a:extLst>
          </p:cNvPr>
          <p:cNvSpPr/>
          <p:nvPr userDrawn="1"/>
        </p:nvSpPr>
        <p:spPr>
          <a:xfrm rot="5400000">
            <a:off x="7877130" y="2543131"/>
            <a:ext cx="6858001" cy="1771739"/>
          </a:xfrm>
          <a:custGeom>
            <a:avLst/>
            <a:gdLst>
              <a:gd name="connsiteX0" fmla="*/ 0 w 6858001"/>
              <a:gd name="connsiteY0" fmla="*/ 1273784 h 1771739"/>
              <a:gd name="connsiteX1" fmla="*/ 0 w 6858001"/>
              <a:gd name="connsiteY1" fmla="*/ 0 h 1771739"/>
              <a:gd name="connsiteX2" fmla="*/ 6858001 w 6858001"/>
              <a:gd name="connsiteY2" fmla="*/ 0 h 1771739"/>
              <a:gd name="connsiteX3" fmla="*/ 6858001 w 6858001"/>
              <a:gd name="connsiteY3" fmla="*/ 34923 h 1771739"/>
              <a:gd name="connsiteX4" fmla="*/ 6735259 w 6858001"/>
              <a:gd name="connsiteY4" fmla="*/ 32862 h 1771739"/>
              <a:gd name="connsiteX5" fmla="*/ 1961998 w 6858001"/>
              <a:gd name="connsiteY5" fmla="*/ 1771680 h 1771739"/>
              <a:gd name="connsiteX6" fmla="*/ 151257 w 6858001"/>
              <a:gd name="connsiteY6" fmla="*/ 1358806 h 1771739"/>
              <a:gd name="connsiteX7" fmla="*/ 0 w 6858001"/>
              <a:gd name="connsiteY7" fmla="*/ 1273784 h 1771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1" h="1771739">
                <a:moveTo>
                  <a:pt x="0" y="1273784"/>
                </a:moveTo>
                <a:lnTo>
                  <a:pt x="0" y="0"/>
                </a:lnTo>
                <a:lnTo>
                  <a:pt x="6858001" y="0"/>
                </a:lnTo>
                <a:lnTo>
                  <a:pt x="6858001" y="34923"/>
                </a:lnTo>
                <a:lnTo>
                  <a:pt x="6735259" y="32862"/>
                </a:lnTo>
                <a:cubicBezTo>
                  <a:pt x="4698226" y="66929"/>
                  <a:pt x="3873763" y="1761840"/>
                  <a:pt x="1961998" y="1771680"/>
                </a:cubicBezTo>
                <a:cubicBezTo>
                  <a:pt x="1245087" y="1775370"/>
                  <a:pt x="634403" y="1606171"/>
                  <a:pt x="151257" y="1358806"/>
                </a:cubicBezTo>
                <a:lnTo>
                  <a:pt x="0" y="1273784"/>
                </a:lnTo>
                <a:close/>
              </a:path>
            </a:pathLst>
          </a:custGeom>
          <a:gradFill>
            <a:gsLst>
              <a:gs pos="32000">
                <a:schemeClr val="tx2">
                  <a:alpha val="48229"/>
                </a:schemeClr>
              </a:gs>
              <a:gs pos="100000">
                <a:schemeClr val="accent6">
                  <a:alpha val="4858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0D1FF5-7EF8-4250-A259-43050ABB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5336" y="822960"/>
            <a:ext cx="8878824" cy="1069848"/>
          </a:xfrm>
        </p:spPr>
        <p:txBody>
          <a:bodyPr anchor="b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DC3A9-D4E6-42CF-91A8-F267C7C66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6192" y="2185416"/>
            <a:ext cx="3621024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52CCA9-53A3-4DA5-AD45-C2A2C12A3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6192" y="2743200"/>
            <a:ext cx="3621024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00C9C6-BD61-4D2C-9146-FB785BAE4F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541264" y="2185416"/>
            <a:ext cx="3621024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E342EE-68BB-484D-98C3-48A7847549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541264" y="2743200"/>
            <a:ext cx="3621024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51CCCC-1589-401D-AE98-FC2871630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5D9D7D-8D9A-473E-AF0D-EF1940D79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24600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C4226C42-B02E-1D4B-77B4-BF0257C6041E}"/>
              </a:ext>
            </a:extLst>
          </p:cNvPr>
          <p:cNvSpPr/>
          <p:nvPr userDrawn="1"/>
        </p:nvSpPr>
        <p:spPr>
          <a:xfrm>
            <a:off x="19485" y="0"/>
            <a:ext cx="6721146" cy="6858000"/>
          </a:xfrm>
          <a:custGeom>
            <a:avLst/>
            <a:gdLst>
              <a:gd name="connsiteX0" fmla="*/ 0 w 6721146"/>
              <a:gd name="connsiteY0" fmla="*/ 0 h 6858000"/>
              <a:gd name="connsiteX1" fmla="*/ 399503 w 6721146"/>
              <a:gd name="connsiteY1" fmla="*/ 0 h 6858000"/>
              <a:gd name="connsiteX2" fmla="*/ 395119 w 6721146"/>
              <a:gd name="connsiteY2" fmla="*/ 19864 h 6858000"/>
              <a:gd name="connsiteX3" fmla="*/ 244176 w 6721146"/>
              <a:gd name="connsiteY3" fmla="*/ 529296 h 6858000"/>
              <a:gd name="connsiteX4" fmla="*/ 993095 w 6721146"/>
              <a:gd name="connsiteY4" fmla="*/ 5197987 h 6858000"/>
              <a:gd name="connsiteX5" fmla="*/ 4989455 w 6721146"/>
              <a:gd name="connsiteY5" fmla="*/ 6468602 h 6858000"/>
              <a:gd name="connsiteX6" fmla="*/ 6648701 w 6721146"/>
              <a:gd name="connsiteY6" fmla="*/ 6787937 h 6858000"/>
              <a:gd name="connsiteX7" fmla="*/ 6721146 w 6721146"/>
              <a:gd name="connsiteY7" fmla="*/ 6858000 h 6858000"/>
              <a:gd name="connsiteX8" fmla="*/ 0 w 6721146"/>
              <a:gd name="connsiteY8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721146" h="6858000">
                <a:moveTo>
                  <a:pt x="0" y="0"/>
                </a:moveTo>
                <a:lnTo>
                  <a:pt x="399503" y="0"/>
                </a:lnTo>
                <a:lnTo>
                  <a:pt x="395119" y="19864"/>
                </a:lnTo>
                <a:cubicBezTo>
                  <a:pt x="355531" y="180505"/>
                  <a:pt x="305509" y="350292"/>
                  <a:pt x="244176" y="529296"/>
                </a:cubicBezTo>
                <a:cubicBezTo>
                  <a:pt x="-223599" y="2697668"/>
                  <a:pt x="276778" y="4254046"/>
                  <a:pt x="993095" y="5197987"/>
                </a:cubicBezTo>
                <a:cubicBezTo>
                  <a:pt x="1709415" y="6141924"/>
                  <a:pt x="3704883" y="6653220"/>
                  <a:pt x="4989455" y="6468602"/>
                </a:cubicBezTo>
                <a:cubicBezTo>
                  <a:pt x="5774573" y="6353740"/>
                  <a:pt x="6315041" y="6502080"/>
                  <a:pt x="6648701" y="6787937"/>
                </a:cubicBezTo>
                <a:lnTo>
                  <a:pt x="6721146" y="6858000"/>
                </a:lnTo>
                <a:lnTo>
                  <a:pt x="0" y="6858000"/>
                </a:lnTo>
                <a:close/>
              </a:path>
            </a:pathLst>
          </a:custGeom>
          <a:gradFill flip="none" rotWithShape="1">
            <a:gsLst>
              <a:gs pos="73000">
                <a:schemeClr val="accent3">
                  <a:lumMod val="25000"/>
                </a:schemeClr>
              </a:gs>
              <a:gs pos="0">
                <a:schemeClr val="accent1">
                  <a:alpha val="2964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260C6EA0-9137-97A8-7C78-0FCD8675F1B0}"/>
              </a:ext>
            </a:extLst>
          </p:cNvPr>
          <p:cNvSpPr/>
          <p:nvPr userDrawn="1"/>
        </p:nvSpPr>
        <p:spPr>
          <a:xfrm>
            <a:off x="8497" y="7662"/>
            <a:ext cx="4591137" cy="3588767"/>
          </a:xfrm>
          <a:custGeom>
            <a:avLst/>
            <a:gdLst>
              <a:gd name="connsiteX0" fmla="*/ 0 w 4591137"/>
              <a:gd name="connsiteY0" fmla="*/ 0 h 3588767"/>
              <a:gd name="connsiteX1" fmla="*/ 4591137 w 4591137"/>
              <a:gd name="connsiteY1" fmla="*/ 0 h 3588767"/>
              <a:gd name="connsiteX2" fmla="*/ 4458037 w 4591137"/>
              <a:gd name="connsiteY2" fmla="*/ 139038 h 3588767"/>
              <a:gd name="connsiteX3" fmla="*/ 3406398 w 4591137"/>
              <a:gd name="connsiteY3" fmla="*/ 1512312 h 3588767"/>
              <a:gd name="connsiteX4" fmla="*/ 202105 w 4591137"/>
              <a:gd name="connsiteY4" fmla="*/ 3554432 h 3588767"/>
              <a:gd name="connsiteX5" fmla="*/ 0 w 4591137"/>
              <a:gd name="connsiteY5" fmla="*/ 3506319 h 35887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1137" h="3588767">
                <a:moveTo>
                  <a:pt x="0" y="0"/>
                </a:moveTo>
                <a:lnTo>
                  <a:pt x="4591137" y="0"/>
                </a:lnTo>
                <a:lnTo>
                  <a:pt x="4458037" y="139038"/>
                </a:lnTo>
                <a:cubicBezTo>
                  <a:pt x="4038035" y="589101"/>
                  <a:pt x="3677988" y="1055885"/>
                  <a:pt x="3406398" y="1512312"/>
                </a:cubicBezTo>
                <a:cubicBezTo>
                  <a:pt x="2398561" y="3215836"/>
                  <a:pt x="1221089" y="3736280"/>
                  <a:pt x="202105" y="3554432"/>
                </a:cubicBezTo>
                <a:lnTo>
                  <a:pt x="0" y="3506319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25000"/>
                  <a:alpha val="55687"/>
                </a:schemeClr>
              </a:gs>
              <a:gs pos="99000">
                <a:schemeClr val="accent1">
                  <a:lumMod val="60000"/>
                  <a:lumOff val="40000"/>
                  <a:alpha val="20003"/>
                </a:schemeClr>
              </a:gs>
            </a:gsLst>
            <a:lin ang="189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 24">
            <a:extLst>
              <a:ext uri="{FF2B5EF4-FFF2-40B4-BE49-F238E27FC236}">
                <a16:creationId xmlns:a16="http://schemas.microsoft.com/office/drawing/2014/main" id="{2698A246-2716-9361-4EDE-2498058A4C3A}"/>
              </a:ext>
            </a:extLst>
          </p:cNvPr>
          <p:cNvSpPr/>
          <p:nvPr userDrawn="1"/>
        </p:nvSpPr>
        <p:spPr>
          <a:xfrm>
            <a:off x="0" y="0"/>
            <a:ext cx="1893320" cy="2085274"/>
          </a:xfrm>
          <a:custGeom>
            <a:avLst/>
            <a:gdLst>
              <a:gd name="connsiteX0" fmla="*/ 0 w 1893320"/>
              <a:gd name="connsiteY0" fmla="*/ 0 h 2085274"/>
              <a:gd name="connsiteX1" fmla="*/ 1893320 w 1893320"/>
              <a:gd name="connsiteY1" fmla="*/ 0 h 2085274"/>
              <a:gd name="connsiteX2" fmla="*/ 1836420 w 1893320"/>
              <a:gd name="connsiteY2" fmla="*/ 89992 h 2085274"/>
              <a:gd name="connsiteX3" fmla="*/ 1471130 w 1893320"/>
              <a:gd name="connsiteY3" fmla="*/ 883842 h 2085274"/>
              <a:gd name="connsiteX4" fmla="*/ 90049 w 1893320"/>
              <a:gd name="connsiteY4" fmla="*/ 2071651 h 2085274"/>
              <a:gd name="connsiteX5" fmla="*/ 0 w 1893320"/>
              <a:gd name="connsiteY5" fmla="*/ 2052168 h 2085274"/>
              <a:gd name="connsiteX6" fmla="*/ 0 w 1893320"/>
              <a:gd name="connsiteY6" fmla="*/ 0 h 2085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93320" h="2085274">
                <a:moveTo>
                  <a:pt x="0" y="0"/>
                </a:moveTo>
                <a:lnTo>
                  <a:pt x="1893320" y="0"/>
                </a:lnTo>
                <a:lnTo>
                  <a:pt x="1836420" y="89992"/>
                </a:lnTo>
                <a:cubicBezTo>
                  <a:pt x="1676137" y="357859"/>
                  <a:pt x="1549717" y="629674"/>
                  <a:pt x="1471130" y="883842"/>
                </a:cubicBezTo>
                <a:cubicBezTo>
                  <a:pt x="1174602" y="1851540"/>
                  <a:pt x="614067" y="2156914"/>
                  <a:pt x="90049" y="2071651"/>
                </a:cubicBezTo>
                <a:lnTo>
                  <a:pt x="0" y="20521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>
              <a:lumMod val="50000"/>
              <a:alpha val="10742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9A7DD52-C2B0-2B91-92C0-905899BB578D}"/>
              </a:ext>
            </a:extLst>
          </p:cNvPr>
          <p:cNvSpPr/>
          <p:nvPr userDrawn="1"/>
        </p:nvSpPr>
        <p:spPr>
          <a:xfrm>
            <a:off x="2" y="5262792"/>
            <a:ext cx="2809260" cy="1595208"/>
          </a:xfrm>
          <a:custGeom>
            <a:avLst/>
            <a:gdLst>
              <a:gd name="connsiteX0" fmla="*/ 0 w 2809260"/>
              <a:gd name="connsiteY0" fmla="*/ 0 h 1595208"/>
              <a:gd name="connsiteX1" fmla="*/ 101140 w 2809260"/>
              <a:gd name="connsiteY1" fmla="*/ 117015 h 1595208"/>
              <a:gd name="connsiteX2" fmla="*/ 2208849 w 2809260"/>
              <a:gd name="connsiteY2" fmla="*/ 1381471 h 1595208"/>
              <a:gd name="connsiteX3" fmla="*/ 2746965 w 2809260"/>
              <a:gd name="connsiteY3" fmla="*/ 1562268 h 1595208"/>
              <a:gd name="connsiteX4" fmla="*/ 2809260 w 2809260"/>
              <a:gd name="connsiteY4" fmla="*/ 1595208 h 1595208"/>
              <a:gd name="connsiteX5" fmla="*/ 0 w 2809260"/>
              <a:gd name="connsiteY5" fmla="*/ 1595207 h 159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09260" h="1595208">
                <a:moveTo>
                  <a:pt x="0" y="0"/>
                </a:moveTo>
                <a:lnTo>
                  <a:pt x="101140" y="117015"/>
                </a:lnTo>
                <a:cubicBezTo>
                  <a:pt x="653434" y="714877"/>
                  <a:pt x="1509442" y="1220329"/>
                  <a:pt x="2208849" y="1381471"/>
                </a:cubicBezTo>
                <a:cubicBezTo>
                  <a:pt x="2416303" y="1428716"/>
                  <a:pt x="2594874" y="1490011"/>
                  <a:pt x="2746965" y="1562268"/>
                </a:cubicBezTo>
                <a:lnTo>
                  <a:pt x="2809260" y="1595208"/>
                </a:lnTo>
                <a:lnTo>
                  <a:pt x="0" y="1595207"/>
                </a:lnTo>
                <a:close/>
              </a:path>
            </a:pathLst>
          </a:custGeom>
          <a:gradFill flip="none" rotWithShape="1">
            <a:gsLst>
              <a:gs pos="98000">
                <a:schemeClr val="accent5">
                  <a:lumMod val="50000"/>
                  <a:alpha val="67000"/>
                </a:schemeClr>
              </a:gs>
              <a:gs pos="0">
                <a:schemeClr val="accent6">
                  <a:alpha val="45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 29">
            <a:extLst>
              <a:ext uri="{FF2B5EF4-FFF2-40B4-BE49-F238E27FC236}">
                <a16:creationId xmlns:a16="http://schemas.microsoft.com/office/drawing/2014/main" id="{73541AB3-4000-4259-4112-06DA0F0728A5}"/>
              </a:ext>
            </a:extLst>
          </p:cNvPr>
          <p:cNvSpPr/>
          <p:nvPr userDrawn="1"/>
        </p:nvSpPr>
        <p:spPr>
          <a:xfrm>
            <a:off x="10193397" y="2730129"/>
            <a:ext cx="1979119" cy="4127871"/>
          </a:xfrm>
          <a:custGeom>
            <a:avLst/>
            <a:gdLst>
              <a:gd name="connsiteX0" fmla="*/ 1979119 w 1979119"/>
              <a:gd name="connsiteY0" fmla="*/ 0 h 4127871"/>
              <a:gd name="connsiteX1" fmla="*/ 1979119 w 1979119"/>
              <a:gd name="connsiteY1" fmla="*/ 4127871 h 4127871"/>
              <a:gd name="connsiteX2" fmla="*/ 0 w 1979119"/>
              <a:gd name="connsiteY2" fmla="*/ 4127871 h 4127871"/>
              <a:gd name="connsiteX3" fmla="*/ 113381 w 1979119"/>
              <a:gd name="connsiteY3" fmla="*/ 3939685 h 4127871"/>
              <a:gd name="connsiteX4" fmla="*/ 893390 w 1979119"/>
              <a:gd name="connsiteY4" fmla="*/ 1926136 h 4127871"/>
              <a:gd name="connsiteX5" fmla="*/ 1827429 w 1979119"/>
              <a:gd name="connsiteY5" fmla="*/ 103152 h 4127871"/>
              <a:gd name="connsiteX6" fmla="*/ 1979119 w 1979119"/>
              <a:gd name="connsiteY6" fmla="*/ 0 h 41278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979119" h="4127871">
                <a:moveTo>
                  <a:pt x="1979119" y="0"/>
                </a:moveTo>
                <a:lnTo>
                  <a:pt x="1979119" y="4127871"/>
                </a:lnTo>
                <a:lnTo>
                  <a:pt x="0" y="4127871"/>
                </a:lnTo>
                <a:lnTo>
                  <a:pt x="113381" y="3939685"/>
                </a:lnTo>
                <a:cubicBezTo>
                  <a:pt x="496433" y="3268400"/>
                  <a:pt x="776925" y="2555572"/>
                  <a:pt x="893390" y="1926136"/>
                </a:cubicBezTo>
                <a:cubicBezTo>
                  <a:pt x="1059875" y="1013485"/>
                  <a:pt x="1404160" y="429246"/>
                  <a:pt x="1827429" y="103152"/>
                </a:cubicBezTo>
                <a:lnTo>
                  <a:pt x="1979119" y="0"/>
                </a:lnTo>
                <a:close/>
              </a:path>
            </a:pathLst>
          </a:custGeom>
          <a:gradFill>
            <a:gsLst>
              <a:gs pos="83000">
                <a:schemeClr val="accent5">
                  <a:lumMod val="58000"/>
                  <a:alpha val="35019"/>
                </a:schemeClr>
              </a:gs>
              <a:gs pos="0">
                <a:schemeClr val="accent6">
                  <a:lumMod val="89923"/>
                  <a:lumOff val="10077"/>
                  <a:alpha val="35554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0D1FF5-7EF8-4250-A259-43050ABB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5336" y="822960"/>
            <a:ext cx="8878824" cy="1069848"/>
          </a:xfrm>
        </p:spPr>
        <p:txBody>
          <a:bodyPr anchor="b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DC3A9-D4E6-42CF-91A8-F267C7C66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6192" y="2185416"/>
            <a:ext cx="2953512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52CCA9-53A3-4DA5-AD45-C2A2C12A3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6192" y="2743200"/>
            <a:ext cx="2953512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00C9C6-BD61-4D2C-9146-FB785BAE4F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754880" y="2185416"/>
            <a:ext cx="2953512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E342EE-68BB-484D-98C3-48A7847549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754880" y="2743200"/>
            <a:ext cx="2953512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5D9D7D-8D9A-473E-AF0D-EF1940D79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51CCCC-1589-401D-AE98-FC2871630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C963910-7C6F-7474-84FF-C53D235027B8}"/>
              </a:ext>
            </a:extLst>
          </p:cNvPr>
          <p:cNvCxnSpPr>
            <a:cxnSpLocks/>
          </p:cNvCxnSpPr>
          <p:nvPr userDrawn="1"/>
        </p:nvCxnSpPr>
        <p:spPr>
          <a:xfrm>
            <a:off x="594170" y="846661"/>
            <a:ext cx="0" cy="5111012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43CEC7BC-C46D-D3AD-22D8-8737322B7E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973568" y="2185416"/>
            <a:ext cx="2953512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658FA801-D400-D7FB-6241-4A41BBAAA0D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973568" y="2743200"/>
            <a:ext cx="2953512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3394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15CD9-7B09-FB25-0368-96365B9DD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6588" y="832104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C6BE5A-F1AC-214F-638D-C6C21E51BF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127D4-BE09-1C43-0562-195F20C8A05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1740CAD-6CDA-9014-8875-BCECEECE0522}"/>
              </a:ext>
            </a:extLst>
          </p:cNvPr>
          <p:cNvSpPr/>
          <p:nvPr userDrawn="1"/>
        </p:nvSpPr>
        <p:spPr>
          <a:xfrm flipH="1">
            <a:off x="3791017" y="2349814"/>
            <a:ext cx="2058045" cy="205804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6E536D1-EF07-9062-CA32-986876ED933F}"/>
              </a:ext>
            </a:extLst>
          </p:cNvPr>
          <p:cNvSpPr/>
          <p:nvPr userDrawn="1"/>
        </p:nvSpPr>
        <p:spPr>
          <a:xfrm flipH="1">
            <a:off x="8929767" y="2349814"/>
            <a:ext cx="2058045" cy="205804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D09D35C-DD66-8B6A-98FE-003262BBE72D}"/>
              </a:ext>
            </a:extLst>
          </p:cNvPr>
          <p:cNvSpPr/>
          <p:nvPr userDrawn="1"/>
        </p:nvSpPr>
        <p:spPr>
          <a:xfrm flipH="1">
            <a:off x="6342947" y="2349814"/>
            <a:ext cx="2058045" cy="205804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0E263D2-96A8-9EB3-2175-1DB2FD5CB609}"/>
              </a:ext>
            </a:extLst>
          </p:cNvPr>
          <p:cNvSpPr/>
          <p:nvPr userDrawn="1"/>
        </p:nvSpPr>
        <p:spPr>
          <a:xfrm flipH="1">
            <a:off x="1247942" y="2349814"/>
            <a:ext cx="2058045" cy="2058045"/>
          </a:xfrm>
          <a:prstGeom prst="ellipse">
            <a:avLst/>
          </a:prstGeom>
          <a:gradFill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3517CD-F786-4206-2455-E4C3BD9874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42524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9978C389-1D90-6CEB-1D34-D69BF78983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42524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12B5D758-2B43-B448-79C9-1F09317F86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627120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65404FC1-F068-1D2B-A3D6-59F44099DD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627120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F0B1C4A-F0AC-3974-6F79-9CCF799976B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096000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5C12C91B-3BBC-019A-22DF-DF71A287D58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096000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BB3FD4C7-50B9-E37D-A077-B15D8C6DB9A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24349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86092F0-1D91-8C7F-EEFE-A7D79FF89C1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24349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8D38BBA9-DB40-81D9-4D13-4351576F9FD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399285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Picture Placeholder 20">
            <a:extLst>
              <a:ext uri="{FF2B5EF4-FFF2-40B4-BE49-F238E27FC236}">
                <a16:creationId xmlns:a16="http://schemas.microsoft.com/office/drawing/2014/main" id="{D4E44748-5631-A2C7-ADA1-FB2707923EE2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946787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Picture Placeholder 20">
            <a:extLst>
              <a:ext uri="{FF2B5EF4-FFF2-40B4-BE49-F238E27FC236}">
                <a16:creationId xmlns:a16="http://schemas.microsoft.com/office/drawing/2014/main" id="{8A56F66F-909F-8F64-B021-9820EB3F6B6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498717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Picture Placeholder 20">
            <a:extLst>
              <a:ext uri="{FF2B5EF4-FFF2-40B4-BE49-F238E27FC236}">
                <a16:creationId xmlns:a16="http://schemas.microsoft.com/office/drawing/2014/main" id="{EB90D275-5951-BAE0-8859-71B60C94608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85537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2011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val 8">
            <a:extLst>
              <a:ext uri="{FF2B5EF4-FFF2-40B4-BE49-F238E27FC236}">
                <a16:creationId xmlns:a16="http://schemas.microsoft.com/office/drawing/2014/main" id="{3CF1AC86-4E83-EED8-9FB5-635710111D45}"/>
              </a:ext>
            </a:extLst>
          </p:cNvPr>
          <p:cNvSpPr/>
          <p:nvPr userDrawn="1"/>
        </p:nvSpPr>
        <p:spPr>
          <a:xfrm flipH="1">
            <a:off x="1704107" y="4055522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03E890B-5D84-F4A6-E963-051A1C52577D}"/>
              </a:ext>
            </a:extLst>
          </p:cNvPr>
          <p:cNvSpPr/>
          <p:nvPr userDrawn="1"/>
        </p:nvSpPr>
        <p:spPr>
          <a:xfrm flipH="1">
            <a:off x="4228381" y="1853643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A321B0B-6EF1-E460-8E13-3BBE774FA148}"/>
              </a:ext>
            </a:extLst>
          </p:cNvPr>
          <p:cNvSpPr/>
          <p:nvPr userDrawn="1"/>
        </p:nvSpPr>
        <p:spPr>
          <a:xfrm flipH="1">
            <a:off x="6752655" y="4055275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98AB146-30D1-CD59-5D88-5097CF8561D1}"/>
              </a:ext>
            </a:extLst>
          </p:cNvPr>
          <p:cNvSpPr/>
          <p:nvPr userDrawn="1"/>
        </p:nvSpPr>
        <p:spPr>
          <a:xfrm flipH="1">
            <a:off x="9280950" y="4066155"/>
            <a:ext cx="1231495" cy="123149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4FE52614-CC2D-3550-FDBA-9D7D76ED0F72}"/>
              </a:ext>
            </a:extLst>
          </p:cNvPr>
          <p:cNvSpPr/>
          <p:nvPr userDrawn="1"/>
        </p:nvSpPr>
        <p:spPr>
          <a:xfrm flipH="1">
            <a:off x="4228381" y="4056366"/>
            <a:ext cx="1231495" cy="123149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D19BEA3C-B965-CC70-315C-7C531CD7AA4A}"/>
              </a:ext>
            </a:extLst>
          </p:cNvPr>
          <p:cNvSpPr/>
          <p:nvPr userDrawn="1"/>
        </p:nvSpPr>
        <p:spPr>
          <a:xfrm flipH="1">
            <a:off x="9276929" y="1861862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BCCE6E9-C40E-A684-457C-F08C974BD59F}"/>
              </a:ext>
            </a:extLst>
          </p:cNvPr>
          <p:cNvSpPr/>
          <p:nvPr userDrawn="1"/>
        </p:nvSpPr>
        <p:spPr>
          <a:xfrm flipH="1">
            <a:off x="6752655" y="1855810"/>
            <a:ext cx="1231495" cy="123149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E9B5F0D0-ABA3-5B0F-77C9-C5B64A613F84}"/>
              </a:ext>
            </a:extLst>
          </p:cNvPr>
          <p:cNvSpPr/>
          <p:nvPr userDrawn="1"/>
        </p:nvSpPr>
        <p:spPr>
          <a:xfrm flipH="1">
            <a:off x="1692043" y="1846020"/>
            <a:ext cx="1231495" cy="1231495"/>
          </a:xfrm>
          <a:prstGeom prst="ellipse">
            <a:avLst/>
          </a:prstGeom>
          <a:gradFill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15CD9-7B09-FB25-0368-96365B9DD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6588" y="338328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C6BE5A-F1AC-214F-638D-C6C21E51BF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127D4-BE09-1C43-0562-195F20C8A05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3517CD-F786-4206-2455-E4C3BD9874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176854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9978C389-1D90-6CEB-1D34-D69BF78983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76854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12B5D758-2B43-B448-79C9-1F09317F86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01128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65404FC1-F068-1D2B-A3D6-59F44099DD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01128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F0B1C4A-F0AC-3974-6F79-9CCF799976B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225402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5C12C91B-3BBC-019A-22DF-DF71A287D58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225402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BB3FD4C7-50B9-E37D-A077-B15D8C6DB9A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49676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86092F0-1D91-8C7F-EEFE-A7D79FF89C1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49676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8D38BBA9-DB40-81D9-4D13-4351576F9FD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782010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Picture Placeholder 20">
            <a:extLst>
              <a:ext uri="{FF2B5EF4-FFF2-40B4-BE49-F238E27FC236}">
                <a16:creationId xmlns:a16="http://schemas.microsoft.com/office/drawing/2014/main" id="{D4E44748-5631-A2C7-ADA1-FB2707923EE2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318348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Picture Placeholder 20">
            <a:extLst>
              <a:ext uri="{FF2B5EF4-FFF2-40B4-BE49-F238E27FC236}">
                <a16:creationId xmlns:a16="http://schemas.microsoft.com/office/drawing/2014/main" id="{8A56F66F-909F-8F64-B021-9820EB3F6B6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42622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Picture Placeholder 20">
            <a:extLst>
              <a:ext uri="{FF2B5EF4-FFF2-40B4-BE49-F238E27FC236}">
                <a16:creationId xmlns:a16="http://schemas.microsoft.com/office/drawing/2014/main" id="{EB90D275-5951-BAE0-8859-71B60C94608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366896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9" name="Picture Placeholder 20">
            <a:extLst>
              <a:ext uri="{FF2B5EF4-FFF2-40B4-BE49-F238E27FC236}">
                <a16:creationId xmlns:a16="http://schemas.microsoft.com/office/drawing/2014/main" id="{BA9EB14D-8336-06B5-51E3-FBCAF00F1F2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1794074" y="4145489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0" name="Picture Placeholder 20">
            <a:extLst>
              <a:ext uri="{FF2B5EF4-FFF2-40B4-BE49-F238E27FC236}">
                <a16:creationId xmlns:a16="http://schemas.microsoft.com/office/drawing/2014/main" id="{A1E65D12-1094-78B5-B37A-A03576991D1D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318348" y="4146333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1" name="Picture Placeholder 20">
            <a:extLst>
              <a:ext uri="{FF2B5EF4-FFF2-40B4-BE49-F238E27FC236}">
                <a16:creationId xmlns:a16="http://schemas.microsoft.com/office/drawing/2014/main" id="{6ABE5CEC-34A4-CD5D-FA0D-D675A87984F5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842622" y="4145242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Picture Placeholder 20">
            <a:extLst>
              <a:ext uri="{FF2B5EF4-FFF2-40B4-BE49-F238E27FC236}">
                <a16:creationId xmlns:a16="http://schemas.microsoft.com/office/drawing/2014/main" id="{5DA945B5-3444-7CAC-AA4A-55B04D039824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370917" y="4156122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CB0DA5B5-9C84-7B23-EE8E-CEA555CD808E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176854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1">
            <a:extLst>
              <a:ext uri="{FF2B5EF4-FFF2-40B4-BE49-F238E27FC236}">
                <a16:creationId xmlns:a16="http://schemas.microsoft.com/office/drawing/2014/main" id="{99C62621-0080-5CDD-E5DD-2FCF2D548CE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1176854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1">
            <a:extLst>
              <a:ext uri="{FF2B5EF4-FFF2-40B4-BE49-F238E27FC236}">
                <a16:creationId xmlns:a16="http://schemas.microsoft.com/office/drawing/2014/main" id="{B69DDE47-632B-987E-545E-BAB200D374ED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701128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1">
            <a:extLst>
              <a:ext uri="{FF2B5EF4-FFF2-40B4-BE49-F238E27FC236}">
                <a16:creationId xmlns:a16="http://schemas.microsoft.com/office/drawing/2014/main" id="{A165DCBF-4EFD-7181-68BA-1625AC1C0D5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701128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1">
            <a:extLst>
              <a:ext uri="{FF2B5EF4-FFF2-40B4-BE49-F238E27FC236}">
                <a16:creationId xmlns:a16="http://schemas.microsoft.com/office/drawing/2014/main" id="{3C7ECA2F-9EC3-26BD-B424-ECE80473DF37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6225402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C9535F99-6134-8D03-FFEE-D1B3E007F2CC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225402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163BD863-99E7-C7C4-4762-8C168574E9A8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8749676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63678AE5-B810-D5BE-40B5-888AF4473157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749676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3458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F4F2FF2-B2D0-EAB9-0059-1E59CFF27936}"/>
              </a:ext>
            </a:extLst>
          </p:cNvPr>
          <p:cNvSpPr/>
          <p:nvPr userDrawn="1"/>
        </p:nvSpPr>
        <p:spPr>
          <a:xfrm>
            <a:off x="0" y="3079989"/>
            <a:ext cx="4744043" cy="3778013"/>
          </a:xfrm>
          <a:custGeom>
            <a:avLst/>
            <a:gdLst>
              <a:gd name="connsiteX0" fmla="*/ 552680 w 4744043"/>
              <a:gd name="connsiteY0" fmla="*/ 2 h 3778013"/>
              <a:gd name="connsiteX1" fmla="*/ 3368067 w 4744043"/>
              <a:gd name="connsiteY1" fmla="*/ 2076456 h 3778013"/>
              <a:gd name="connsiteX2" fmla="*/ 4603294 w 4744043"/>
              <a:gd name="connsiteY2" fmla="*/ 3641510 h 3778013"/>
              <a:gd name="connsiteX3" fmla="*/ 4744043 w 4744043"/>
              <a:gd name="connsiteY3" fmla="*/ 3778013 h 3778013"/>
              <a:gd name="connsiteX4" fmla="*/ 0 w 4744043"/>
              <a:gd name="connsiteY4" fmla="*/ 3778013 h 3778013"/>
              <a:gd name="connsiteX5" fmla="*/ 0 w 4744043"/>
              <a:gd name="connsiteY5" fmla="*/ 73323 h 3778013"/>
              <a:gd name="connsiteX6" fmla="*/ 163773 w 4744043"/>
              <a:gd name="connsiteY6" fmla="*/ 34335 h 3778013"/>
              <a:gd name="connsiteX7" fmla="*/ 552680 w 4744043"/>
              <a:gd name="connsiteY7" fmla="*/ 2 h 37780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744043" h="3778013">
                <a:moveTo>
                  <a:pt x="552680" y="2"/>
                </a:moveTo>
                <a:cubicBezTo>
                  <a:pt x="1474475" y="1086"/>
                  <a:pt x="2486209" y="585872"/>
                  <a:pt x="3368067" y="2076456"/>
                </a:cubicBezTo>
                <a:cubicBezTo>
                  <a:pt x="3678455" y="2598086"/>
                  <a:pt x="4104379" y="3133243"/>
                  <a:pt x="4603294" y="3641510"/>
                </a:cubicBezTo>
                <a:lnTo>
                  <a:pt x="4744043" y="3778013"/>
                </a:lnTo>
                <a:lnTo>
                  <a:pt x="0" y="3778013"/>
                </a:lnTo>
                <a:lnTo>
                  <a:pt x="0" y="73323"/>
                </a:lnTo>
                <a:lnTo>
                  <a:pt x="163773" y="34335"/>
                </a:lnTo>
                <a:cubicBezTo>
                  <a:pt x="291146" y="11604"/>
                  <a:pt x="420996" y="-154"/>
                  <a:pt x="552680" y="2"/>
                </a:cubicBezTo>
                <a:close/>
              </a:path>
            </a:pathLst>
          </a:custGeom>
          <a:gradFill flip="none" rotWithShape="1">
            <a:gsLst>
              <a:gs pos="41000">
                <a:schemeClr val="accent3">
                  <a:lumMod val="25000"/>
                  <a:alpha val="67969"/>
                </a:schemeClr>
              </a:gs>
              <a:gs pos="100000">
                <a:schemeClr val="accent2">
                  <a:alpha val="29022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B193F7C-DAB3-79A0-9B6F-012F23BAF8BD}"/>
              </a:ext>
            </a:extLst>
          </p:cNvPr>
          <p:cNvSpPr/>
          <p:nvPr userDrawn="1"/>
        </p:nvSpPr>
        <p:spPr>
          <a:xfrm>
            <a:off x="1" y="0"/>
            <a:ext cx="6552595" cy="3112082"/>
          </a:xfrm>
          <a:custGeom>
            <a:avLst/>
            <a:gdLst>
              <a:gd name="connsiteX0" fmla="*/ 6552595 w 6552595"/>
              <a:gd name="connsiteY0" fmla="*/ 0 h 3112082"/>
              <a:gd name="connsiteX1" fmla="*/ 6479403 w 6552595"/>
              <a:gd name="connsiteY1" fmla="*/ 116338 h 3112082"/>
              <a:gd name="connsiteX2" fmla="*/ 4627940 w 6552595"/>
              <a:gd name="connsiteY2" fmla="*/ 645238 h 3112082"/>
              <a:gd name="connsiteX3" fmla="*/ 631580 w 6552595"/>
              <a:gd name="connsiteY3" fmla="*/ 1915852 h 3112082"/>
              <a:gd name="connsiteX4" fmla="*/ 46252 w 6552595"/>
              <a:gd name="connsiteY4" fmla="*/ 2980209 h 3112082"/>
              <a:gd name="connsiteX5" fmla="*/ 0 w 6552595"/>
              <a:gd name="connsiteY5" fmla="*/ 3112082 h 3112082"/>
              <a:gd name="connsiteX6" fmla="*/ 0 w 6552595"/>
              <a:gd name="connsiteY6" fmla="*/ 1037361 h 3112082"/>
              <a:gd name="connsiteX7" fmla="*/ 0 w 6552595"/>
              <a:gd name="connsiteY7" fmla="*/ 0 h 3112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52595" h="3112082">
                <a:moveTo>
                  <a:pt x="6552595" y="0"/>
                </a:moveTo>
                <a:lnTo>
                  <a:pt x="6479403" y="116338"/>
                </a:lnTo>
                <a:cubicBezTo>
                  <a:pt x="6181653" y="532833"/>
                  <a:pt x="5587528" y="785625"/>
                  <a:pt x="4627940" y="645238"/>
                </a:cubicBezTo>
                <a:cubicBezTo>
                  <a:pt x="3343367" y="460619"/>
                  <a:pt x="1347900" y="971915"/>
                  <a:pt x="631580" y="1915852"/>
                </a:cubicBezTo>
                <a:cubicBezTo>
                  <a:pt x="407731" y="2210834"/>
                  <a:pt x="204970" y="2565624"/>
                  <a:pt x="46252" y="2980209"/>
                </a:cubicBezTo>
                <a:lnTo>
                  <a:pt x="0" y="3112082"/>
                </a:lnTo>
                <a:lnTo>
                  <a:pt x="0" y="1037361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76000">
                <a:schemeClr val="accent3">
                  <a:lumMod val="25000"/>
                </a:schemeClr>
              </a:gs>
              <a:gs pos="0">
                <a:schemeClr val="accent1">
                  <a:alpha val="56738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9D045F5-266F-9ADF-9692-2DA7DB16DFFE}"/>
              </a:ext>
            </a:extLst>
          </p:cNvPr>
          <p:cNvSpPr/>
          <p:nvPr userDrawn="1"/>
        </p:nvSpPr>
        <p:spPr>
          <a:xfrm>
            <a:off x="10269564" y="0"/>
            <a:ext cx="1922436" cy="5772376"/>
          </a:xfrm>
          <a:custGeom>
            <a:avLst/>
            <a:gdLst>
              <a:gd name="connsiteX0" fmla="*/ 0 w 1922436"/>
              <a:gd name="connsiteY0" fmla="*/ 0 h 5772376"/>
              <a:gd name="connsiteX1" fmla="*/ 1922436 w 1922436"/>
              <a:gd name="connsiteY1" fmla="*/ 0 h 5772376"/>
              <a:gd name="connsiteX2" fmla="*/ 1922436 w 1922436"/>
              <a:gd name="connsiteY2" fmla="*/ 5770832 h 5772376"/>
              <a:gd name="connsiteX3" fmla="*/ 1785843 w 1922436"/>
              <a:gd name="connsiteY3" fmla="*/ 5772376 h 5772376"/>
              <a:gd name="connsiteX4" fmla="*/ 167636 w 1922436"/>
              <a:gd name="connsiteY4" fmla="*/ 2958760 h 5772376"/>
              <a:gd name="connsiteX5" fmla="*/ 11457 w 1922436"/>
              <a:gd name="connsiteY5" fmla="*/ 41049 h 5772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922436" h="5772376">
                <a:moveTo>
                  <a:pt x="0" y="0"/>
                </a:moveTo>
                <a:lnTo>
                  <a:pt x="1922436" y="0"/>
                </a:lnTo>
                <a:lnTo>
                  <a:pt x="1922436" y="5770832"/>
                </a:lnTo>
                <a:lnTo>
                  <a:pt x="1785843" y="5772376"/>
                </a:lnTo>
                <a:cubicBezTo>
                  <a:pt x="715486" y="5737436"/>
                  <a:pt x="-199675" y="4895626"/>
                  <a:pt x="167636" y="2958760"/>
                </a:cubicBezTo>
                <a:cubicBezTo>
                  <a:pt x="324540" y="2119813"/>
                  <a:pt x="262661" y="1037667"/>
                  <a:pt x="11457" y="41049"/>
                </a:cubicBezTo>
                <a:close/>
              </a:path>
            </a:pathLst>
          </a:custGeom>
          <a:gradFill flip="none" rotWithShape="1">
            <a:gsLst>
              <a:gs pos="10000">
                <a:schemeClr val="accent2">
                  <a:alpha val="9960"/>
                </a:schemeClr>
              </a:gs>
              <a:gs pos="100000">
                <a:schemeClr val="accent1">
                  <a:alpha val="47557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A494E50-F563-24E6-92E6-F9E55D1F3D50}"/>
              </a:ext>
            </a:extLst>
          </p:cNvPr>
          <p:cNvSpPr/>
          <p:nvPr userDrawn="1"/>
        </p:nvSpPr>
        <p:spPr>
          <a:xfrm>
            <a:off x="10861332" y="0"/>
            <a:ext cx="1330669" cy="3088658"/>
          </a:xfrm>
          <a:custGeom>
            <a:avLst/>
            <a:gdLst>
              <a:gd name="connsiteX0" fmla="*/ 0 w 1330669"/>
              <a:gd name="connsiteY0" fmla="*/ 0 h 3088658"/>
              <a:gd name="connsiteX1" fmla="*/ 1330669 w 1330669"/>
              <a:gd name="connsiteY1" fmla="*/ 0 h 3088658"/>
              <a:gd name="connsiteX2" fmla="*/ 1330669 w 1330669"/>
              <a:gd name="connsiteY2" fmla="*/ 3088658 h 3088658"/>
              <a:gd name="connsiteX3" fmla="*/ 1265038 w 1330669"/>
              <a:gd name="connsiteY3" fmla="*/ 3075052 h 3088658"/>
              <a:gd name="connsiteX4" fmla="*/ 84101 w 1330669"/>
              <a:gd name="connsiteY4" fmla="*/ 918166 h 3088658"/>
              <a:gd name="connsiteX5" fmla="*/ 3100 w 1330669"/>
              <a:gd name="connsiteY5" fmla="*/ 15153 h 30886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30669" h="3088658">
                <a:moveTo>
                  <a:pt x="0" y="0"/>
                </a:moveTo>
                <a:lnTo>
                  <a:pt x="1330669" y="0"/>
                </a:lnTo>
                <a:lnTo>
                  <a:pt x="1330669" y="3088658"/>
                </a:lnTo>
                <a:lnTo>
                  <a:pt x="1265038" y="3075052"/>
                </a:lnTo>
                <a:cubicBezTo>
                  <a:pt x="597017" y="2898062"/>
                  <a:pt x="64513" y="2241595"/>
                  <a:pt x="84101" y="918166"/>
                </a:cubicBezTo>
                <a:cubicBezTo>
                  <a:pt x="87550" y="637183"/>
                  <a:pt x="59230" y="331259"/>
                  <a:pt x="3100" y="15153"/>
                </a:cubicBezTo>
                <a:close/>
              </a:path>
            </a:pathLst>
          </a:custGeom>
          <a:solidFill>
            <a:schemeClr val="accent1">
              <a:alpha val="50635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glass card">
            <a:extLst>
              <a:ext uri="{FF2B5EF4-FFF2-40B4-BE49-F238E27FC236}">
                <a16:creationId xmlns:a16="http://schemas.microsoft.com/office/drawing/2014/main" id="{D9024B22-C102-71C1-8593-95259EC18972}"/>
              </a:ext>
            </a:extLst>
          </p:cNvPr>
          <p:cNvSpPr/>
          <p:nvPr userDrawn="1"/>
        </p:nvSpPr>
        <p:spPr>
          <a:xfrm>
            <a:off x="1474384" y="1005155"/>
            <a:ext cx="9243233" cy="4978750"/>
          </a:xfrm>
          <a:prstGeom prst="roundRect">
            <a:avLst>
              <a:gd name="adj" fmla="val 6806"/>
            </a:avLst>
          </a:prstGeom>
          <a:gradFill>
            <a:gsLst>
              <a:gs pos="99000">
                <a:schemeClr val="bg1">
                  <a:alpha val="3000"/>
                </a:schemeClr>
              </a:gs>
              <a:gs pos="46000">
                <a:schemeClr val="bg1">
                  <a:alpha val="17037"/>
                </a:schemeClr>
              </a:gs>
              <a:gs pos="6000">
                <a:schemeClr val="bg1">
                  <a:alpha val="13000"/>
                </a:schemeClr>
              </a:gs>
            </a:gsLst>
            <a:path path="circle">
              <a:fillToRect l="100000" t="100000"/>
            </a:path>
          </a:gradFill>
          <a:ln w="6350">
            <a:noFill/>
          </a:ln>
          <a:effectLst>
            <a:outerShdw blurRad="63500" dist="38100" dir="5400000" sx="1000" sy="1000" algn="t" rotWithShape="0">
              <a:prstClr val="black">
                <a:alpha val="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8088" y="2157984"/>
            <a:ext cx="7735824" cy="1069848"/>
          </a:xfrm>
        </p:spPr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8088" y="3685032"/>
            <a:ext cx="7735824" cy="113385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3303B57-FF55-B795-FAE7-5EF26BFCBEF3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115287" y="2597113"/>
            <a:ext cx="0" cy="165518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A78F28F-70CE-7FE2-ACE1-FA2D7C1CE590}"/>
              </a:ext>
            </a:extLst>
          </p:cNvPr>
          <p:cNvSpPr/>
          <p:nvPr userDrawn="1"/>
        </p:nvSpPr>
        <p:spPr>
          <a:xfrm>
            <a:off x="0" y="0"/>
            <a:ext cx="2862855" cy="1527696"/>
          </a:xfrm>
          <a:custGeom>
            <a:avLst/>
            <a:gdLst>
              <a:gd name="connsiteX0" fmla="*/ 0 w 2862855"/>
              <a:gd name="connsiteY0" fmla="*/ 0 h 1527696"/>
              <a:gd name="connsiteX1" fmla="*/ 2862855 w 2862855"/>
              <a:gd name="connsiteY1" fmla="*/ 0 h 1527696"/>
              <a:gd name="connsiteX2" fmla="*/ 2757362 w 2862855"/>
              <a:gd name="connsiteY2" fmla="*/ 85011 h 1527696"/>
              <a:gd name="connsiteX3" fmla="*/ 1949659 w 2862855"/>
              <a:gd name="connsiteY3" fmla="*/ 424032 h 1527696"/>
              <a:gd name="connsiteX4" fmla="*/ 170555 w 2862855"/>
              <a:gd name="connsiteY4" fmla="*/ 1373059 h 1527696"/>
              <a:gd name="connsiteX5" fmla="*/ 0 w 2862855"/>
              <a:gd name="connsiteY5" fmla="*/ 1527696 h 1527696"/>
              <a:gd name="connsiteX6" fmla="*/ 0 w 2862855"/>
              <a:gd name="connsiteY6" fmla="*/ 872969 h 1527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862855" h="1527696">
                <a:moveTo>
                  <a:pt x="0" y="0"/>
                </a:moveTo>
                <a:lnTo>
                  <a:pt x="2862855" y="0"/>
                </a:lnTo>
                <a:lnTo>
                  <a:pt x="2757362" y="85011"/>
                </a:lnTo>
                <a:cubicBezTo>
                  <a:pt x="2560942" y="227521"/>
                  <a:pt x="2295416" y="345289"/>
                  <a:pt x="1949659" y="424032"/>
                </a:cubicBezTo>
                <a:cubicBezTo>
                  <a:pt x="1377417" y="555874"/>
                  <a:pt x="700343" y="918207"/>
                  <a:pt x="170555" y="1373059"/>
                </a:cubicBezTo>
                <a:lnTo>
                  <a:pt x="0" y="1527696"/>
                </a:lnTo>
                <a:lnTo>
                  <a:pt x="0" y="872969"/>
                </a:lnTo>
                <a:close/>
              </a:path>
            </a:pathLst>
          </a:custGeom>
          <a:gradFill flip="none" rotWithShape="1">
            <a:gsLst>
              <a:gs pos="100000">
                <a:schemeClr val="accent3">
                  <a:lumMod val="25000"/>
                  <a:alpha val="40000"/>
                </a:schemeClr>
              </a:gs>
              <a:gs pos="0">
                <a:schemeClr val="accent4">
                  <a:alpha val="69786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294AB31D-FEF2-F3B0-D726-81CE48F895EA}"/>
              </a:ext>
            </a:extLst>
          </p:cNvPr>
          <p:cNvSpPr/>
          <p:nvPr userDrawn="1"/>
        </p:nvSpPr>
        <p:spPr>
          <a:xfrm>
            <a:off x="2" y="4761091"/>
            <a:ext cx="3131151" cy="2096908"/>
          </a:xfrm>
          <a:custGeom>
            <a:avLst/>
            <a:gdLst>
              <a:gd name="connsiteX0" fmla="*/ 186163 w 3131151"/>
              <a:gd name="connsiteY0" fmla="*/ 0 h 2096908"/>
              <a:gd name="connsiteX1" fmla="*/ 2469297 w 3131151"/>
              <a:gd name="connsiteY1" fmla="*/ 1411265 h 2096908"/>
              <a:gd name="connsiteX2" fmla="*/ 3026909 w 3131151"/>
              <a:gd name="connsiteY2" fmla="*/ 2004423 h 2096908"/>
              <a:gd name="connsiteX3" fmla="*/ 3131151 w 3131151"/>
              <a:gd name="connsiteY3" fmla="*/ 2096908 h 2096908"/>
              <a:gd name="connsiteX4" fmla="*/ 0 w 3131151"/>
              <a:gd name="connsiteY4" fmla="*/ 2096908 h 2096908"/>
              <a:gd name="connsiteX5" fmla="*/ 0 w 3131151"/>
              <a:gd name="connsiteY5" fmla="*/ 4640 h 2096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131151" h="2096908">
                <a:moveTo>
                  <a:pt x="186163" y="0"/>
                </a:moveTo>
                <a:cubicBezTo>
                  <a:pt x="883663" y="24692"/>
                  <a:pt x="1675023" y="432572"/>
                  <a:pt x="2469297" y="1411265"/>
                </a:cubicBezTo>
                <a:cubicBezTo>
                  <a:pt x="2632187" y="1610943"/>
                  <a:pt x="2819757" y="1809855"/>
                  <a:pt x="3026909" y="2004423"/>
                </a:cubicBezTo>
                <a:lnTo>
                  <a:pt x="3131151" y="2096908"/>
                </a:lnTo>
                <a:lnTo>
                  <a:pt x="0" y="2096908"/>
                </a:lnTo>
                <a:lnTo>
                  <a:pt x="0" y="4640"/>
                </a:lnTo>
                <a:close/>
              </a:path>
            </a:pathLst>
          </a:custGeom>
          <a:gradFill flip="none" rotWithShape="1">
            <a:gsLst>
              <a:gs pos="47000">
                <a:schemeClr val="accent6">
                  <a:alpha val="51365"/>
                </a:schemeClr>
              </a:gs>
              <a:gs pos="100000">
                <a:schemeClr val="accent4">
                  <a:alpha val="24386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38430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FA2E8-50A1-4465-AC33-6FAC0E773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2824" y="1856232"/>
            <a:ext cx="4718304" cy="1069848"/>
          </a:xfrm>
        </p:spPr>
        <p:txBody>
          <a:bodyPr anchor="b">
            <a:no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65DE34-CDB7-41F7-A95A-592B99558C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01968" y="3374136"/>
            <a:ext cx="4709160" cy="2395728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Freeform 14">
            <a:extLst>
              <a:ext uri="{FF2B5EF4-FFF2-40B4-BE49-F238E27FC236}">
                <a16:creationId xmlns:a16="http://schemas.microsoft.com/office/drawing/2014/main" id="{907BDD9A-3C2A-A21B-A425-1BB45BF5C103}"/>
              </a:ext>
            </a:extLst>
          </p:cNvPr>
          <p:cNvSpPr/>
          <p:nvPr userDrawn="1"/>
        </p:nvSpPr>
        <p:spPr>
          <a:xfrm rot="5400000" flipH="1" flipV="1">
            <a:off x="-1248967" y="1248969"/>
            <a:ext cx="6858000" cy="4360065"/>
          </a:xfrm>
          <a:custGeom>
            <a:avLst/>
            <a:gdLst>
              <a:gd name="connsiteX0" fmla="*/ 6858000 w 6858000"/>
              <a:gd name="connsiteY0" fmla="*/ 0 h 4360065"/>
              <a:gd name="connsiteX1" fmla="*/ 6858000 w 6858000"/>
              <a:gd name="connsiteY1" fmla="*/ 4019634 h 4360065"/>
              <a:gd name="connsiteX2" fmla="*/ 6786526 w 6858000"/>
              <a:gd name="connsiteY2" fmla="*/ 3987694 h 4360065"/>
              <a:gd name="connsiteX3" fmla="*/ 4380589 w 6858000"/>
              <a:gd name="connsiteY3" fmla="*/ 3270469 h 4360065"/>
              <a:gd name="connsiteX4" fmla="*/ 1148443 w 6858000"/>
              <a:gd name="connsiteY4" fmla="*/ 4360028 h 4360065"/>
              <a:gd name="connsiteX5" fmla="*/ 93033 w 6858000"/>
              <a:gd name="connsiteY5" fmla="*/ 4174462 h 4360065"/>
              <a:gd name="connsiteX6" fmla="*/ 0 w 6858000"/>
              <a:gd name="connsiteY6" fmla="*/ 4134599 h 4360065"/>
              <a:gd name="connsiteX7" fmla="*/ 0 w 6858000"/>
              <a:gd name="connsiteY7" fmla="*/ 0 h 4360065"/>
              <a:gd name="connsiteX8" fmla="*/ 6858000 w 6858000"/>
              <a:gd name="connsiteY8" fmla="*/ 0 h 4360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4360065">
                <a:moveTo>
                  <a:pt x="6858000" y="0"/>
                </a:moveTo>
                <a:lnTo>
                  <a:pt x="6858000" y="4019634"/>
                </a:lnTo>
                <a:lnTo>
                  <a:pt x="6786526" y="3987694"/>
                </a:lnTo>
                <a:cubicBezTo>
                  <a:pt x="6330423" y="3769997"/>
                  <a:pt x="5587519" y="3251791"/>
                  <a:pt x="4380589" y="3270469"/>
                </a:cubicBezTo>
                <a:cubicBezTo>
                  <a:pt x="3001241" y="3291816"/>
                  <a:pt x="2442968" y="4353863"/>
                  <a:pt x="1148443" y="4360028"/>
                </a:cubicBezTo>
                <a:cubicBezTo>
                  <a:pt x="743904" y="4361955"/>
                  <a:pt x="389317" y="4288650"/>
                  <a:pt x="93033" y="4174462"/>
                </a:cubicBezTo>
                <a:lnTo>
                  <a:pt x="0" y="4134599"/>
                </a:lnTo>
                <a:lnTo>
                  <a:pt x="0" y="0"/>
                </a:lnTo>
                <a:lnTo>
                  <a:pt x="6858000" y="0"/>
                </a:lnTo>
                <a:close/>
              </a:path>
            </a:pathLst>
          </a:custGeom>
          <a:solidFill>
            <a:schemeClr val="accent4">
              <a:alpha val="1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 16">
            <a:extLst>
              <a:ext uri="{FF2B5EF4-FFF2-40B4-BE49-F238E27FC236}">
                <a16:creationId xmlns:a16="http://schemas.microsoft.com/office/drawing/2014/main" id="{989D7F61-B47A-97D5-F725-EC5EFE81187A}"/>
              </a:ext>
            </a:extLst>
          </p:cNvPr>
          <p:cNvSpPr/>
          <p:nvPr userDrawn="1"/>
        </p:nvSpPr>
        <p:spPr>
          <a:xfrm rot="16200000" flipH="1">
            <a:off x="-952024" y="952025"/>
            <a:ext cx="6858000" cy="4953950"/>
          </a:xfrm>
          <a:custGeom>
            <a:avLst/>
            <a:gdLst>
              <a:gd name="connsiteX0" fmla="*/ 0 w 6858000"/>
              <a:gd name="connsiteY0" fmla="*/ 0 h 4953950"/>
              <a:gd name="connsiteX1" fmla="*/ 0 w 6858000"/>
              <a:gd name="connsiteY1" fmla="*/ 4289773 h 4953950"/>
              <a:gd name="connsiteX2" fmla="*/ 181159 w 6858000"/>
              <a:gd name="connsiteY2" fmla="*/ 4411259 h 4953950"/>
              <a:gd name="connsiteX3" fmla="*/ 2222746 w 6858000"/>
              <a:gd name="connsiteY3" fmla="*/ 4953891 h 4953950"/>
              <a:gd name="connsiteX4" fmla="*/ 6808516 w 6858000"/>
              <a:gd name="connsiteY4" fmla="*/ 3223031 h 4953950"/>
              <a:gd name="connsiteX5" fmla="*/ 6858000 w 6858000"/>
              <a:gd name="connsiteY5" fmla="*/ 3220931 h 4953950"/>
              <a:gd name="connsiteX6" fmla="*/ 6858000 w 6858000"/>
              <a:gd name="connsiteY6" fmla="*/ 0 h 4953950"/>
              <a:gd name="connsiteX7" fmla="*/ 0 w 6858000"/>
              <a:gd name="connsiteY7" fmla="*/ 0 h 495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4953950">
                <a:moveTo>
                  <a:pt x="0" y="0"/>
                </a:moveTo>
                <a:lnTo>
                  <a:pt x="0" y="4289773"/>
                </a:lnTo>
                <a:lnTo>
                  <a:pt x="181159" y="4411259"/>
                </a:lnTo>
                <a:cubicBezTo>
                  <a:pt x="694541" y="4727180"/>
                  <a:pt x="1386349" y="4958196"/>
                  <a:pt x="2222746" y="4953891"/>
                </a:cubicBezTo>
                <a:cubicBezTo>
                  <a:pt x="4074768" y="4944360"/>
                  <a:pt x="4906383" y="3353427"/>
                  <a:pt x="6808516" y="3223031"/>
                </a:cubicBezTo>
                <a:lnTo>
                  <a:pt x="6858000" y="3220931"/>
                </a:lnTo>
                <a:lnTo>
                  <a:pt x="6858000" y="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20000">
                <a:schemeClr val="accent6">
                  <a:alpha val="52965"/>
                </a:schemeClr>
              </a:gs>
              <a:gs pos="90000">
                <a:schemeClr val="accent5">
                  <a:lumMod val="50000"/>
                  <a:alpha val="72473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17">
            <a:extLst>
              <a:ext uri="{FF2B5EF4-FFF2-40B4-BE49-F238E27FC236}">
                <a16:creationId xmlns:a16="http://schemas.microsoft.com/office/drawing/2014/main" id="{A70008D0-0FB3-5B8D-3060-6EDD9E247095}"/>
              </a:ext>
            </a:extLst>
          </p:cNvPr>
          <p:cNvSpPr/>
          <p:nvPr userDrawn="1"/>
        </p:nvSpPr>
        <p:spPr>
          <a:xfrm rot="16200000" flipH="1">
            <a:off x="-1513890" y="1513891"/>
            <a:ext cx="6858000" cy="3830219"/>
          </a:xfrm>
          <a:custGeom>
            <a:avLst/>
            <a:gdLst>
              <a:gd name="connsiteX0" fmla="*/ 0 w 6858000"/>
              <a:gd name="connsiteY0" fmla="*/ 0 h 3830219"/>
              <a:gd name="connsiteX1" fmla="*/ 0 w 6858000"/>
              <a:gd name="connsiteY1" fmla="*/ 2994317 h 3830219"/>
              <a:gd name="connsiteX2" fmla="*/ 150933 w 6858000"/>
              <a:gd name="connsiteY2" fmla="*/ 2952927 h 3830219"/>
              <a:gd name="connsiteX3" fmla="*/ 533317 w 6858000"/>
              <a:gd name="connsiteY3" fmla="*/ 2907735 h 3830219"/>
              <a:gd name="connsiteX4" fmla="*/ 2516906 w 6858000"/>
              <a:gd name="connsiteY4" fmla="*/ 3558655 h 3830219"/>
              <a:gd name="connsiteX5" fmla="*/ 2542419 w 6858000"/>
              <a:gd name="connsiteY5" fmla="*/ 3568616 h 3830219"/>
              <a:gd name="connsiteX6" fmla="*/ 2607100 w 6858000"/>
              <a:gd name="connsiteY6" fmla="*/ 3608308 h 3830219"/>
              <a:gd name="connsiteX7" fmla="*/ 3580199 w 6858000"/>
              <a:gd name="connsiteY7" fmla="*/ 3830188 h 3830219"/>
              <a:gd name="connsiteX8" fmla="*/ 6145368 w 6858000"/>
              <a:gd name="connsiteY8" fmla="*/ 2895740 h 3830219"/>
              <a:gd name="connsiteX9" fmla="*/ 6711794 w 6858000"/>
              <a:gd name="connsiteY9" fmla="*/ 2941805 h 3830219"/>
              <a:gd name="connsiteX10" fmla="*/ 6858000 w 6858000"/>
              <a:gd name="connsiteY10" fmla="*/ 2973381 h 3830219"/>
              <a:gd name="connsiteX11" fmla="*/ 6858000 w 6858000"/>
              <a:gd name="connsiteY11" fmla="*/ 0 h 3830219"/>
              <a:gd name="connsiteX12" fmla="*/ 0 w 6858000"/>
              <a:gd name="connsiteY12" fmla="*/ 0 h 3830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58000" h="3830219">
                <a:moveTo>
                  <a:pt x="0" y="0"/>
                </a:moveTo>
                <a:lnTo>
                  <a:pt x="0" y="2994317"/>
                </a:lnTo>
                <a:lnTo>
                  <a:pt x="150933" y="2952927"/>
                </a:lnTo>
                <a:cubicBezTo>
                  <a:pt x="269822" y="2926258"/>
                  <a:pt x="396478" y="2910024"/>
                  <a:pt x="533317" y="2907735"/>
                </a:cubicBezTo>
                <a:cubicBezTo>
                  <a:pt x="1559606" y="2890571"/>
                  <a:pt x="2163137" y="3401988"/>
                  <a:pt x="2516906" y="3558655"/>
                </a:cubicBezTo>
                <a:lnTo>
                  <a:pt x="2542419" y="3568616"/>
                </a:lnTo>
                <a:lnTo>
                  <a:pt x="2607100" y="3608308"/>
                </a:lnTo>
                <a:cubicBezTo>
                  <a:pt x="2866745" y="3741243"/>
                  <a:pt x="3194928" y="3832171"/>
                  <a:pt x="3580199" y="3830188"/>
                </a:cubicBezTo>
                <a:cubicBezTo>
                  <a:pt x="4607589" y="3824901"/>
                  <a:pt x="5050658" y="2914049"/>
                  <a:pt x="6145368" y="2895740"/>
                </a:cubicBezTo>
                <a:cubicBezTo>
                  <a:pt x="6350626" y="2892307"/>
                  <a:pt x="6538973" y="2910018"/>
                  <a:pt x="6711794" y="2941805"/>
                </a:cubicBezTo>
                <a:lnTo>
                  <a:pt x="6858000" y="2973381"/>
                </a:lnTo>
                <a:lnTo>
                  <a:pt x="6858000" y="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45000">
                <a:schemeClr val="accent6">
                  <a:alpha val="29951"/>
                </a:schemeClr>
              </a:gs>
              <a:gs pos="99000">
                <a:schemeClr val="accent4">
                  <a:lumMod val="75000"/>
                  <a:alpha val="27340"/>
                </a:schemeClr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CA6FFAC-0E5C-DA2F-C0F9-D5602F928AEC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7545111" y="2275586"/>
            <a:ext cx="0" cy="165518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26350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F7D74-558F-4816-9367-4004FFA2B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69ADF-8CD9-4E77-BB8D-70D8824C5A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5F077D-E901-4AA9-B062-1C37FF407B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7B5E76-E101-4994-92F5-1F540EB16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49F242-2699-411D-B3F7-3D6D480E4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06943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5ED18-7A07-47F1-8056-CD86B076A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356206-85FD-45F5-A1F7-128DB34C86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03763F-C8CD-4BCB-9A0A-B10F000BC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69475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AC6CA6E-C1AB-4B24-80C7-A4B12640B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5EFB41-7AD3-4519-95E7-416BFA1AE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510722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BD6A3-F987-4FCC-A6EF-2EF0D33C0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3F06A0-63CE-4272-B90E-4F20296BFB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467220-06E3-427A-B4D3-9B0030E09D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AEF53B-C85C-47DB-ADE4-C1D9FA682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D4FD38-14E5-4C36-B948-8BF3F794E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20054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08F2A-1C19-4116-80DF-E24EDDF28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A489A7-7CA6-4CC9-B634-FCB2E102C6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5F80D-1DB9-4E0A-8F68-924FC1C9C3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DA4DA3-10C7-48A6-9B15-38222B8CA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84E7EE-5B3B-427E-9807-020AEF8C7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5165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98F9AA-2C87-421D-97C1-B4248DFDC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392" y="832104"/>
            <a:ext cx="10881360" cy="10698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8FC63-C8D2-4CE6-A3F1-EE8ED2459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984" y="2212848"/>
            <a:ext cx="10332720" cy="35478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C57CF0-034F-450D-937C-718D5AF1A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29184" y="411480"/>
            <a:ext cx="521208" cy="31089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 b="0" i="0">
                <a:solidFill>
                  <a:schemeClr val="bg1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567522-C3B6-46EB-A361-BEC2510B00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66344" y="6190488"/>
            <a:ext cx="2331720" cy="2743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 b="0" i="0">
                <a:solidFill>
                  <a:schemeClr val="bg1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r>
              <a:rPr lang="en-US"/>
              <a:t>Crypto: investing &amp; trading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BA4A2D6-617E-EEA3-E4EE-5BDB472F6A43}"/>
              </a:ext>
            </a:extLst>
          </p:cNvPr>
          <p:cNvCxnSpPr>
            <a:cxnSpLocks/>
          </p:cNvCxnSpPr>
          <p:nvPr userDrawn="1"/>
        </p:nvCxnSpPr>
        <p:spPr>
          <a:xfrm>
            <a:off x="594170" y="846661"/>
            <a:ext cx="0" cy="5111012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8353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70" r:id="rId7"/>
    <p:sldLayoutId id="2147483669" r:id="rId8"/>
    <p:sldLayoutId id="2147483653" r:id="rId9"/>
    <p:sldLayoutId id="2147483665" r:id="rId10"/>
    <p:sldLayoutId id="2147483666" r:id="rId11"/>
    <p:sldLayoutId id="2147483667" r:id="rId12"/>
    <p:sldLayoutId id="2147483668" r:id="rId13"/>
    <p:sldLayoutId id="2147483651" r:id="rId14"/>
    <p:sldLayoutId id="2147483652" r:id="rId15"/>
    <p:sldLayoutId id="2147483654" r:id="rId16"/>
    <p:sldLayoutId id="2147483655" r:id="rId17"/>
    <p:sldLayoutId id="2147483656" r:id="rId18"/>
    <p:sldLayoutId id="214748365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 cap="all" spc="600" baseline="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347472" algn="l" defTabSz="914400" rtl="0" eaLnBrk="1" latinLnBrk="0" hangingPunct="1">
        <a:lnSpc>
          <a:spcPct val="90000"/>
        </a:lnSpc>
        <a:spcBef>
          <a:spcPts val="1000"/>
        </a:spcBef>
        <a:buClr>
          <a:schemeClr val="accent6"/>
        </a:buClr>
        <a:buFont typeface="Courier New" panose="02070309020205020404" pitchFamily="49" charset="0"/>
        <a:buChar char="o"/>
        <a:defRPr sz="28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1pPr>
      <a:lvl2pPr marL="6858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24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2pPr>
      <a:lvl3pPr marL="11430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20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3pPr>
      <a:lvl4pPr marL="16002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18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4pPr>
      <a:lvl5pPr marL="20574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18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547EBF"/>
          </p15:clr>
        </p15:guide>
        <p15:guide id="4" orient="horz" pos="240" userDrawn="1">
          <p15:clr>
            <a:srgbClr val="547EBF"/>
          </p15:clr>
        </p15:guide>
        <p15:guide id="5" pos="7440" userDrawn="1">
          <p15:clr>
            <a:srgbClr val="547EBF"/>
          </p15:clr>
        </p15:guide>
        <p15:guide id="6" orient="horz" pos="4080" userDrawn="1">
          <p15:clr>
            <a:srgbClr val="547EBF"/>
          </p15:clr>
        </p15:guide>
        <p15:guide id="7" pos="3960" userDrawn="1">
          <p15:clr>
            <a:srgbClr val="547EBF"/>
          </p15:clr>
        </p15:guide>
        <p15:guide id="8" pos="3720" userDrawn="1">
          <p15:clr>
            <a:srgbClr val="547EBF"/>
          </p15:clr>
        </p15:guide>
        <p15:guide id="9" pos="2112" userDrawn="1">
          <p15:clr>
            <a:srgbClr val="547EBF"/>
          </p15:clr>
        </p15:guide>
        <p15:guide id="10" pos="1848" userDrawn="1">
          <p15:clr>
            <a:srgbClr val="547EBF"/>
          </p15:clr>
        </p15:guide>
        <p15:guide id="11" pos="5568" userDrawn="1">
          <p15:clr>
            <a:srgbClr val="547EBF"/>
          </p15:clr>
        </p15:guide>
        <p15:guide id="12" pos="5832" userDrawn="1">
          <p15:clr>
            <a:srgbClr val="547EBF"/>
          </p15:clr>
        </p15:guide>
        <p15:guide id="13" pos="4968" userDrawn="1">
          <p15:clr>
            <a:srgbClr val="9FCC3B"/>
          </p15:clr>
        </p15:guide>
        <p15:guide id="14" pos="5208" userDrawn="1">
          <p15:clr>
            <a:srgbClr val="9FCC3B"/>
          </p15:clr>
        </p15:guide>
        <p15:guide id="15" pos="2712" userDrawn="1">
          <p15:clr>
            <a:srgbClr val="9FCC3B"/>
          </p15:clr>
        </p15:guide>
        <p15:guide id="16" pos="2472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70DB4-0446-EF22-E8E0-3A5B83923A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93856"/>
            <a:ext cx="12192000" cy="1481328"/>
          </a:xfrm>
        </p:spPr>
        <p:txBody>
          <a:bodyPr anchor="ctr"/>
          <a:lstStyle/>
          <a:p>
            <a:r>
              <a:rPr lang="en-US" sz="5000" dirty="0"/>
              <a:t>CSCI44 Project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6329B1-2D04-0F3A-1081-C5117D8CE1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135208"/>
            <a:ext cx="12191999" cy="1510218"/>
          </a:xfrm>
        </p:spPr>
        <p:txBody>
          <a:bodyPr anchor="ctr"/>
          <a:lstStyle/>
          <a:p>
            <a:r>
              <a:rPr lang="en-US" dirty="0"/>
              <a:t>Yousef Kahwaji</a:t>
            </a:r>
          </a:p>
          <a:p>
            <a:r>
              <a:rPr lang="en-US" dirty="0"/>
              <a:t>Mohammad Al Dirani</a:t>
            </a:r>
          </a:p>
          <a:p>
            <a:r>
              <a:rPr lang="en-US" dirty="0"/>
              <a:t>Ahmad Akoum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C33918-356C-D577-FD25-57B7F4538D32}"/>
              </a:ext>
            </a:extLst>
          </p:cNvPr>
          <p:cNvSpPr txBox="1"/>
          <p:nvPr/>
        </p:nvSpPr>
        <p:spPr>
          <a:xfrm>
            <a:off x="0" y="2636230"/>
            <a:ext cx="12192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cap="all" spc="600" dirty="0">
                <a:solidFill>
                  <a:schemeClr val="bg1"/>
                </a:solidFill>
                <a:latin typeface="Tw Cen MT" panose="020B0602020104020603" pitchFamily="34" charset="0"/>
                <a:ea typeface="+mj-ea"/>
                <a:cs typeface="+mj-cs"/>
              </a:rPr>
              <a:t>NVDA Price Prediction</a:t>
            </a:r>
          </a:p>
          <a:p>
            <a:pPr algn="ctr"/>
            <a:r>
              <a:rPr lang="en-US" sz="4000" b="1" cap="all" spc="600" dirty="0">
                <a:solidFill>
                  <a:schemeClr val="bg1"/>
                </a:solidFill>
                <a:latin typeface="Tw Cen MT" panose="020B0602020104020603" pitchFamily="34" charset="0"/>
                <a:ea typeface="+mj-ea"/>
                <a:cs typeface="+mj-cs"/>
              </a:rPr>
              <a:t> A Multi-Model Analysis</a:t>
            </a:r>
          </a:p>
        </p:txBody>
      </p:sp>
    </p:spTree>
    <p:extLst>
      <p:ext uri="{BB962C8B-B14F-4D97-AF65-F5344CB8AC3E}">
        <p14:creationId xmlns:p14="http://schemas.microsoft.com/office/powerpoint/2010/main" val="17234911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F7E09-6A9E-9FCC-7867-895F21ABE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2004"/>
            <a:ext cx="12192000" cy="1069848"/>
          </a:xfrm>
        </p:spPr>
        <p:txBody>
          <a:bodyPr anchor="ctr">
            <a:normAutofit/>
          </a:bodyPr>
          <a:lstStyle/>
          <a:p>
            <a:pPr algn="ctr"/>
            <a:r>
              <a:rPr lang="en-US" b="1" spc="600" dirty="0">
                <a:ln w="28575">
                  <a:noFill/>
                  <a:prstDash val="solid"/>
                </a:ln>
                <a:solidFill>
                  <a:schemeClr val="bg1"/>
                </a:solidFill>
                <a:latin typeface="Tw Cen MT" panose="020B0602020104020603" pitchFamily="34" charset="77"/>
              </a:rPr>
              <a:t>CONTENTS</a:t>
            </a:r>
            <a:endParaRPr lang="en-US" sz="3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57728F-9EA1-A705-8E4D-B7823E4F4C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9158D4-7B61-0A48-E33F-792278D057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100" y="722376"/>
            <a:ext cx="3777930" cy="5134488"/>
          </a:xfrm>
        </p:spPr>
        <p:txBody>
          <a:bodyPr anchor="ctr"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Dataset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Feature Engineering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Model Strategy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Supervised Learning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Unsupervised Learning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Con</a:t>
            </a:r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clusion</a:t>
            </a:r>
            <a:endParaRPr lang="en-US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80270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F0E99-07CC-9576-AFD7-C52151AD0E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b"/>
          <a:lstStyle/>
          <a:p>
            <a:r>
              <a:rPr lang="en-US" dirty="0"/>
              <a:t>INTRODUCTION</a:t>
            </a:r>
            <a:endParaRPr lang="en-US" sz="3200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D8EC1A1-83D4-0D37-1A0C-51A437E3E8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2600" y="3630169"/>
            <a:ext cx="8503920" cy="2073038"/>
          </a:xfrm>
        </p:spPr>
        <p:txBody>
          <a:bodyPr/>
          <a:lstStyle/>
          <a:p>
            <a:r>
              <a:rPr lang="en-US" sz="2000" dirty="0"/>
              <a:t>Stock market prediction is challenging due to noisy, non-linear data and external influences. This project evaluates how well machine learning models predict next-day </a:t>
            </a:r>
            <a:r>
              <a:rPr lang="en-US" sz="2000" b="1" dirty="0"/>
              <a:t>UP/DOWN</a:t>
            </a:r>
            <a:r>
              <a:rPr lang="en-US" sz="2000" dirty="0"/>
              <a:t> movement using technical indicators. NVIDIA (NVDA) stock is used as a case study to assess whether limitations come from the models or the data itself.</a:t>
            </a:r>
          </a:p>
        </p:txBody>
      </p:sp>
    </p:spTree>
    <p:extLst>
      <p:ext uri="{BB962C8B-B14F-4D97-AF65-F5344CB8AC3E}">
        <p14:creationId xmlns:p14="http://schemas.microsoft.com/office/powerpoint/2010/main" val="33807598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52FE8-2F9C-9C12-4EB3-9742EA91D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392" y="187452"/>
            <a:ext cx="10881360" cy="1069848"/>
          </a:xfrm>
        </p:spPr>
        <p:txBody>
          <a:bodyPr anchor="ctr"/>
          <a:lstStyle/>
          <a:p>
            <a:r>
              <a:rPr lang="en-US" sz="4000" b="1" spc="600" dirty="0">
                <a:ln w="28575">
                  <a:noFill/>
                  <a:prstDash val="solid"/>
                </a:ln>
                <a:solidFill>
                  <a:schemeClr val="bg1"/>
                </a:solidFill>
                <a:latin typeface="Tw Cen MT" panose="020B0602020104020603" pitchFamily="34" charset="77"/>
              </a:rPr>
              <a:t>Dataset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8E318B-D756-6C57-8657-96C83632083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515D879-5EAD-BEFC-F06D-4CF429F02B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788" y="1726791"/>
            <a:ext cx="6831495" cy="4275482"/>
          </a:xfrm>
        </p:spPr>
        <p:txBody>
          <a:bodyPr/>
          <a:lstStyle/>
          <a:p>
            <a:r>
              <a:rPr lang="en-US" sz="2000" dirty="0"/>
              <a:t>The dataset was retrieved from the “</a:t>
            </a:r>
            <a:r>
              <a:rPr lang="en-US" sz="2000" dirty="0" err="1"/>
              <a:t>yfinance</a:t>
            </a:r>
            <a:r>
              <a:rPr lang="en-US" sz="2000" dirty="0"/>
              <a:t>” library and used entirely; it had the following columns</a:t>
            </a:r>
            <a:r>
              <a:rPr lang="en-US" sz="2400" dirty="0"/>
              <a:t>:</a:t>
            </a:r>
          </a:p>
          <a:p>
            <a:pPr lvl="1"/>
            <a:r>
              <a:rPr lang="en-US" sz="1600" dirty="0">
                <a:solidFill>
                  <a:schemeClr val="bg2">
                    <a:lumMod val="90000"/>
                  </a:schemeClr>
                </a:solidFill>
              </a:rPr>
              <a:t>Open</a:t>
            </a:r>
          </a:p>
          <a:p>
            <a:pPr lvl="1"/>
            <a:r>
              <a:rPr lang="en-US" sz="1600" dirty="0">
                <a:solidFill>
                  <a:schemeClr val="bg2">
                    <a:lumMod val="90000"/>
                  </a:schemeClr>
                </a:solidFill>
              </a:rPr>
              <a:t>High</a:t>
            </a:r>
          </a:p>
          <a:p>
            <a:pPr lvl="1"/>
            <a:r>
              <a:rPr lang="en-US" sz="1600" dirty="0">
                <a:solidFill>
                  <a:schemeClr val="bg2">
                    <a:lumMod val="90000"/>
                  </a:schemeClr>
                </a:solidFill>
              </a:rPr>
              <a:t>Low</a:t>
            </a:r>
          </a:p>
          <a:p>
            <a:pPr lvl="1"/>
            <a:r>
              <a:rPr lang="en-US" sz="1600" dirty="0">
                <a:solidFill>
                  <a:schemeClr val="bg2">
                    <a:lumMod val="90000"/>
                  </a:schemeClr>
                </a:solidFill>
              </a:rPr>
              <a:t>Close</a:t>
            </a:r>
          </a:p>
          <a:p>
            <a:pPr lvl="1"/>
            <a:r>
              <a:rPr lang="en-US" sz="1600" dirty="0">
                <a:solidFill>
                  <a:schemeClr val="bg2">
                    <a:lumMod val="90000"/>
                  </a:schemeClr>
                </a:solidFill>
              </a:rPr>
              <a:t>Volume</a:t>
            </a:r>
          </a:p>
          <a:p>
            <a:pPr lvl="1"/>
            <a:r>
              <a:rPr lang="en-US" sz="1600" dirty="0">
                <a:solidFill>
                  <a:schemeClr val="bg2">
                    <a:lumMod val="90000"/>
                  </a:schemeClr>
                </a:solidFill>
              </a:rPr>
              <a:t>Dividends</a:t>
            </a:r>
          </a:p>
          <a:p>
            <a:pPr lvl="1"/>
            <a:r>
              <a:rPr lang="en-US" sz="1600" dirty="0">
                <a:solidFill>
                  <a:schemeClr val="bg2">
                    <a:lumMod val="90000"/>
                  </a:schemeClr>
                </a:solidFill>
              </a:rPr>
              <a:t>Stock Splits</a:t>
            </a:r>
            <a:endParaRPr lang="en-US" sz="2400" dirty="0"/>
          </a:p>
          <a:p>
            <a:r>
              <a:rPr lang="en-US" sz="2000" dirty="0"/>
              <a:t>The </a:t>
            </a:r>
            <a:r>
              <a:rPr lang="en-US" sz="2000" dirty="0">
                <a:solidFill>
                  <a:schemeClr val="bg2">
                    <a:lumMod val="90000"/>
                  </a:schemeClr>
                </a:solidFill>
              </a:rPr>
              <a:t>Dividends</a:t>
            </a:r>
            <a:r>
              <a:rPr lang="en-US" sz="2000" dirty="0"/>
              <a:t> and </a:t>
            </a:r>
            <a:r>
              <a:rPr lang="en-US" sz="2000" dirty="0">
                <a:solidFill>
                  <a:schemeClr val="bg2">
                    <a:lumMod val="90000"/>
                  </a:schemeClr>
                </a:solidFill>
              </a:rPr>
              <a:t>Stock</a:t>
            </a:r>
            <a:r>
              <a:rPr lang="en-US" sz="2000" dirty="0"/>
              <a:t> </a:t>
            </a:r>
            <a:r>
              <a:rPr lang="en-US" sz="2000" dirty="0">
                <a:solidFill>
                  <a:schemeClr val="bg2">
                    <a:lumMod val="90000"/>
                  </a:schemeClr>
                </a:solidFill>
              </a:rPr>
              <a:t>Splits</a:t>
            </a:r>
            <a:r>
              <a:rPr lang="en-US" sz="2000" dirty="0"/>
              <a:t> columns were removed as they don’t provide any important information</a:t>
            </a:r>
          </a:p>
        </p:txBody>
      </p:sp>
      <p:pic>
        <p:nvPicPr>
          <p:cNvPr id="15" name="Picture 1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FD582185-85D1-75C4-C165-FA7D4D8379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5387" y="1726791"/>
            <a:ext cx="4773173" cy="3499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2651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5BF00-CE60-E6F2-09FD-A06BE563A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9CE21-1B96-F9E8-B0E0-26834FE68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392" y="187452"/>
            <a:ext cx="10881360" cy="1069848"/>
          </a:xfrm>
        </p:spPr>
        <p:txBody>
          <a:bodyPr anchor="ctr"/>
          <a:lstStyle/>
          <a:p>
            <a:r>
              <a:rPr lang="en-US" sz="4000" b="1" spc="600" dirty="0">
                <a:ln w="28575">
                  <a:noFill/>
                  <a:prstDash val="solid"/>
                </a:ln>
                <a:solidFill>
                  <a:schemeClr val="bg1"/>
                </a:solidFill>
                <a:latin typeface="Tw Cen MT" panose="020B0602020104020603" pitchFamily="34" charset="77"/>
              </a:rPr>
              <a:t>Feature Engineering 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47EBD1-B7C7-CD98-50BC-AE248D1C9F7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1AA0A69-707A-CE85-32F2-A7F6D80CB9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5683" y="1117191"/>
            <a:ext cx="11251030" cy="4275482"/>
          </a:xfrm>
        </p:spPr>
        <p:txBody>
          <a:bodyPr/>
          <a:lstStyle/>
          <a:p>
            <a:pPr marL="0" indent="0">
              <a:buNone/>
            </a:pPr>
            <a:r>
              <a:rPr lang="en-US" sz="2000" dirty="0"/>
              <a:t>Knowing that the features that come with the dataset won’t be enough for models to predict a meaningful result, we decided to engineer new features for the dataset.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56926F-D8A1-540B-25C8-3941D31D834E}"/>
              </a:ext>
            </a:extLst>
          </p:cNvPr>
          <p:cNvSpPr txBox="1"/>
          <p:nvPr/>
        </p:nvSpPr>
        <p:spPr>
          <a:xfrm>
            <a:off x="850391" y="1986682"/>
            <a:ext cx="372823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SMA, Simple Moving Average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SMA 20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SMA 50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SMA 100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SMA 200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The simple moving average is an average over a set number of days.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From the SMA, we computed the relative distance between the closing price and each SMA: Close / SMA − 1</a:t>
            </a:r>
          </a:p>
          <a:p>
            <a:pPr marL="742950" lvl="1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D1ADF6-AD61-90AB-72B7-254B288646F1}"/>
              </a:ext>
            </a:extLst>
          </p:cNvPr>
          <p:cNvSpPr txBox="1"/>
          <p:nvPr/>
        </p:nvSpPr>
        <p:spPr>
          <a:xfrm>
            <a:off x="4713335" y="1986682"/>
            <a:ext cx="339699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RSI, Relative Strength Index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RSI 14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RSI 30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RSI 90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RSI helps identify overbought and oversold conditions at different time horizons. It was calculated using the RSI method from the ta library</a:t>
            </a:r>
          </a:p>
          <a:p>
            <a:pPr marL="742950" lvl="1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6A4F7A-EDC8-D0F2-FCBD-562FA7F095B4}"/>
              </a:ext>
            </a:extLst>
          </p:cNvPr>
          <p:cNvSpPr txBox="1"/>
          <p:nvPr/>
        </p:nvSpPr>
        <p:spPr>
          <a:xfrm>
            <a:off x="7944613" y="1986682"/>
            <a:ext cx="339699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ROC, Rate of Change</a:t>
            </a:r>
          </a:p>
          <a:p>
            <a:pPr marL="1200150" lvl="2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ROC 5</a:t>
            </a:r>
          </a:p>
          <a:p>
            <a:pPr marL="1200150" lvl="2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ROC 10</a:t>
            </a:r>
          </a:p>
          <a:p>
            <a:pPr marL="1200150" lvl="2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ROC 20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ROC captures short-term and medium-term momentum in price changes.</a:t>
            </a:r>
          </a:p>
        </p:txBody>
      </p:sp>
    </p:spTree>
    <p:extLst>
      <p:ext uri="{BB962C8B-B14F-4D97-AF65-F5344CB8AC3E}">
        <p14:creationId xmlns:p14="http://schemas.microsoft.com/office/powerpoint/2010/main" val="4273345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67E85-17B7-D237-2CA2-AA6FD757B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24740-0FF2-D6A5-FB89-E85E43703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392" y="187452"/>
            <a:ext cx="10881360" cy="1069848"/>
          </a:xfrm>
        </p:spPr>
        <p:txBody>
          <a:bodyPr anchor="ctr"/>
          <a:lstStyle/>
          <a:p>
            <a:r>
              <a:rPr lang="en-US" sz="4000" b="1" spc="600" dirty="0">
                <a:ln w="28575">
                  <a:noFill/>
                  <a:prstDash val="solid"/>
                </a:ln>
                <a:solidFill>
                  <a:schemeClr val="bg1"/>
                </a:solidFill>
                <a:latin typeface="Tw Cen MT" panose="020B0602020104020603" pitchFamily="34" charset="77"/>
              </a:rPr>
              <a:t>Feature Engineering 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B519A0-FD54-8AAD-9C15-6B72539083D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D1139B-B62C-8676-8C33-306A00B0C608}"/>
              </a:ext>
            </a:extLst>
          </p:cNvPr>
          <p:cNvSpPr txBox="1"/>
          <p:nvPr/>
        </p:nvSpPr>
        <p:spPr>
          <a:xfrm>
            <a:off x="850391" y="1194297"/>
            <a:ext cx="372823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Volatility 5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Volatility 10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Volatility 15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Volatility was calculated using rolling standard deviations of daily percentage. These features quantify how unstable price movements are over different windows.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A5E11D-90CD-7184-FA95-4D73D67CA517}"/>
              </a:ext>
            </a:extLst>
          </p:cNvPr>
          <p:cNvSpPr txBox="1"/>
          <p:nvPr/>
        </p:nvSpPr>
        <p:spPr>
          <a:xfrm>
            <a:off x="4397502" y="1194297"/>
            <a:ext cx="339699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To avoid future data leakage, 2 new ranges were introduced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High Low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Open Close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These features help represent daily price behavior without referencing future prices.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AD5D16-0AF2-E655-35C6-5D3B17D37DE5}"/>
              </a:ext>
            </a:extLst>
          </p:cNvPr>
          <p:cNvSpPr txBox="1"/>
          <p:nvPr/>
        </p:nvSpPr>
        <p:spPr>
          <a:xfrm>
            <a:off x="7639431" y="1194297"/>
            <a:ext cx="424738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Moving Average Convergence Divergence (MACD)</a:t>
            </a:r>
          </a:p>
          <a:p>
            <a:pPr marL="1200150" lvl="2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Line</a:t>
            </a:r>
          </a:p>
          <a:p>
            <a:pPr marL="1200150" lvl="2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Signal Line</a:t>
            </a:r>
          </a:p>
          <a:p>
            <a:pPr marL="1200150" lvl="2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Difference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MACD provides a non-linear trend-following signal.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03F977-355D-AAE1-26C7-30417F3F02E0}"/>
              </a:ext>
            </a:extLst>
          </p:cNvPr>
          <p:cNvSpPr txBox="1"/>
          <p:nvPr/>
        </p:nvSpPr>
        <p:spPr>
          <a:xfrm>
            <a:off x="669267" y="4023637"/>
            <a:ext cx="372823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Time Based Features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Day of the week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Month of the year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These were introduced to help the model follow day or month patterns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EE71B9-D157-10BF-E9B1-6988EBEFE7A4}"/>
              </a:ext>
            </a:extLst>
          </p:cNvPr>
          <p:cNvSpPr txBox="1"/>
          <p:nvPr/>
        </p:nvSpPr>
        <p:spPr>
          <a:xfrm>
            <a:off x="4397502" y="4023637"/>
            <a:ext cx="37282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NaNs where intentionally left in to test the models’ abilities to handle nulls</a:t>
            </a:r>
          </a:p>
        </p:txBody>
      </p:sp>
    </p:spTree>
    <p:extLst>
      <p:ext uri="{BB962C8B-B14F-4D97-AF65-F5344CB8AC3E}">
        <p14:creationId xmlns:p14="http://schemas.microsoft.com/office/powerpoint/2010/main" val="42374167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E32BD-8584-FA6F-F8E2-6FD33BC66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0B7E4-A3C1-0410-490C-D8F786120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910325" y="187452"/>
            <a:ext cx="10881360" cy="1069848"/>
          </a:xfrm>
        </p:spPr>
        <p:txBody>
          <a:bodyPr anchor="ctr"/>
          <a:lstStyle/>
          <a:p>
            <a:r>
              <a:rPr lang="en-US" sz="4000" b="1" spc="600" dirty="0">
                <a:ln w="28575">
                  <a:noFill/>
                  <a:prstDash val="solid"/>
                </a:ln>
                <a:solidFill>
                  <a:schemeClr val="bg1"/>
                </a:solidFill>
                <a:latin typeface="Tw Cen MT" panose="020B0602020104020603" pitchFamily="34" charset="77"/>
              </a:rPr>
              <a:t>Feature Engineering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EFF9E2-8A3E-E3A0-4507-7357202DA07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85B80C-BDC1-AA64-D225-1381E71886F5}"/>
              </a:ext>
            </a:extLst>
          </p:cNvPr>
          <p:cNvSpPr txBox="1"/>
          <p:nvPr/>
        </p:nvSpPr>
        <p:spPr>
          <a:xfrm>
            <a:off x="688350" y="1174419"/>
            <a:ext cx="7684009" cy="50266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“Change” output Column</a:t>
            </a: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This column was created because this is a classification problem, where the models are supposed to predict whether the price of the next day is going to go “UP” or “DOWN”</a:t>
            </a: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It was created using the Close column, which was then dropped from the dataset to prevent leakage</a:t>
            </a: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A threshold of 0.5% was introduced so that small changes in the close price doesn’t change the UP or DOWN</a:t>
            </a: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If the next day’s closing price increased by more than 0.5%, then Change is UP, otherwise DOWN  </a:t>
            </a: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The last row of the dataset was removed since it has no future value to compare against.</a:t>
            </a:r>
          </a:p>
        </p:txBody>
      </p:sp>
      <p:pic>
        <p:nvPicPr>
          <p:cNvPr id="8" name="Picture 7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827831DF-2AA2-B067-71AF-E78FC29AD5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1635" y="0"/>
            <a:ext cx="375036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27401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310B5-D907-A977-7A9C-69F8BEB7BB3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Model Strategy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5FF0B8-5B51-7376-0271-8D849CA3F8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36035" y="3803904"/>
            <a:ext cx="8693425" cy="1821644"/>
          </a:xfrm>
        </p:spPr>
        <p:txBody>
          <a:bodyPr/>
          <a:lstStyle/>
          <a:p>
            <a:r>
              <a:rPr lang="en-US" dirty="0"/>
              <a:t>Multiple classification metrics will be used for evaluation to get the best possible result. (Accuracy, F1, etc.)</a:t>
            </a:r>
          </a:p>
          <a:p>
            <a:r>
              <a:rPr lang="en-US" dirty="0"/>
              <a:t>Multiple splitting methods will also be used depending on the model. (Kfold, TimeSeriesSplit, etc.)</a:t>
            </a:r>
          </a:p>
        </p:txBody>
      </p:sp>
    </p:spTree>
    <p:extLst>
      <p:ext uri="{BB962C8B-B14F-4D97-AF65-F5344CB8AC3E}">
        <p14:creationId xmlns:p14="http://schemas.microsoft.com/office/powerpoint/2010/main" val="54847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itle 68">
            <a:extLst>
              <a:ext uri="{FF2B5EF4-FFF2-40B4-BE49-F238E27FC236}">
                <a16:creationId xmlns:a16="http://schemas.microsoft.com/office/drawing/2014/main" id="{0B07383B-6310-56A6-B051-F4B962E117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6588" y="136365"/>
            <a:ext cx="8878824" cy="1069848"/>
          </a:xfrm>
        </p:spPr>
        <p:txBody>
          <a:bodyPr/>
          <a:lstStyle/>
          <a:p>
            <a:r>
              <a:rPr lang="en-US" dirty="0"/>
              <a:t>Supervised Models 1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DA2D8B-92F5-22B2-084C-934BCBC00DF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Decision Tree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004B5D-BB88-E446-FDC1-8BE748EFE8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Default (Gini)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Tuned Entropy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Tuned Gini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8AC0C5B-16A7-E317-7222-BF9FA26C0D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Random Forest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7D9B67F-AD02-4BA5-209B-C91070303A7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285750" indent="-285750">
              <a:lnSpc>
                <a:spcPct val="200000"/>
              </a:lnSpc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Default (Gini)</a:t>
            </a:r>
          </a:p>
          <a:p>
            <a:pPr marL="285750" indent="-285750">
              <a:lnSpc>
                <a:spcPct val="200000"/>
              </a:lnSpc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Tuned Entropy</a:t>
            </a:r>
          </a:p>
          <a:p>
            <a:pPr marL="285750" indent="-285750">
              <a:lnSpc>
                <a:spcPct val="200000"/>
              </a:lnSpc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Tuned Gini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269FBD2-F371-6F7E-1D42-95EFADFA10D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47487" y="2478024"/>
            <a:ext cx="3135729" cy="704088"/>
          </a:xfrm>
        </p:spPr>
        <p:txBody>
          <a:bodyPr/>
          <a:lstStyle/>
          <a:p>
            <a:r>
              <a:rPr lang="en-US" dirty="0"/>
              <a:t>K-Nearest Neighbors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039B280-D4F1-D5B7-9D62-C1DA10C605C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52060" y="3236976"/>
            <a:ext cx="3131156" cy="1856232"/>
          </a:xfrm>
        </p:spPr>
        <p:txBody>
          <a:bodyPr/>
          <a:lstStyle/>
          <a:p>
            <a:pPr marL="285750" indent="-285750">
              <a:lnSpc>
                <a:spcPct val="200000"/>
              </a:lnSpc>
              <a:buClr>
                <a:schemeClr val="accent4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K = 3</a:t>
            </a:r>
          </a:p>
          <a:p>
            <a:pPr marL="285750" indent="-285750">
              <a:lnSpc>
                <a:spcPct val="200000"/>
              </a:lnSpc>
              <a:buClr>
                <a:schemeClr val="accent4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K = 8</a:t>
            </a:r>
          </a:p>
          <a:p>
            <a:pPr marL="285750" indent="-285750">
              <a:lnSpc>
                <a:spcPct val="200000"/>
              </a:lnSpc>
              <a:buClr>
                <a:schemeClr val="accent4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K = √n</a:t>
            </a:r>
          </a:p>
        </p:txBody>
      </p:sp>
      <p:sp>
        <p:nvSpPr>
          <p:cNvPr id="81" name="Text Placeholder 80">
            <a:extLst>
              <a:ext uri="{FF2B5EF4-FFF2-40B4-BE49-F238E27FC236}">
                <a16:creationId xmlns:a16="http://schemas.microsoft.com/office/drawing/2014/main" id="{2AF0BD8F-E098-8282-AE8C-8BFAB5EBBFC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257989" y="2478024"/>
            <a:ext cx="3297907" cy="702769"/>
          </a:xfrm>
        </p:spPr>
        <p:txBody>
          <a:bodyPr/>
          <a:lstStyle/>
          <a:p>
            <a:r>
              <a:rPr lang="en-US" sz="2400" b="1" dirty="0">
                <a:latin typeface="Tw Cen MT" panose="020B0602020104020603" pitchFamily="34" charset="77"/>
                <a:ea typeface="Source Sans Pro" panose="020B0503030403020204" pitchFamily="34" charset="0"/>
              </a:rPr>
              <a:t>Support Vector Machine</a:t>
            </a:r>
            <a:endParaRPr lang="en-US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733E31E-F298-485B-42BF-303CC635241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253222" y="3236976"/>
            <a:ext cx="3297906" cy="1856232"/>
          </a:xfrm>
        </p:spPr>
        <p:txBody>
          <a:bodyPr/>
          <a:lstStyle/>
          <a:p>
            <a:pPr marL="285750" indent="-285750">
              <a:lnSpc>
                <a:spcPct val="200000"/>
              </a:lnSpc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Default RBF Kernel</a:t>
            </a:r>
          </a:p>
          <a:p>
            <a:pPr marL="285750" indent="-285750">
              <a:lnSpc>
                <a:spcPct val="200000"/>
              </a:lnSpc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Balanced with Linear Kernel</a:t>
            </a:r>
          </a:p>
          <a:p>
            <a:pPr marL="285750" indent="-285750">
              <a:lnSpc>
                <a:spcPct val="200000"/>
              </a:lnSpc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Balanced with RBF Kernel</a:t>
            </a:r>
          </a:p>
        </p:txBody>
      </p:sp>
      <p:sp>
        <p:nvSpPr>
          <p:cNvPr id="15" name="Title 68">
            <a:extLst>
              <a:ext uri="{FF2B5EF4-FFF2-40B4-BE49-F238E27FC236}">
                <a16:creationId xmlns:a16="http://schemas.microsoft.com/office/drawing/2014/main" id="{42D7AAE2-92A1-7423-7C3E-B4F911D6FEEC}"/>
              </a:ext>
            </a:extLst>
          </p:cNvPr>
          <p:cNvSpPr txBox="1">
            <a:spLocks/>
          </p:cNvSpPr>
          <p:nvPr/>
        </p:nvSpPr>
        <p:spPr>
          <a:xfrm>
            <a:off x="1656588" y="1261077"/>
            <a:ext cx="8878824" cy="106984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Models Used</a:t>
            </a:r>
          </a:p>
        </p:txBody>
      </p:sp>
    </p:spTree>
    <p:extLst>
      <p:ext uri="{BB962C8B-B14F-4D97-AF65-F5344CB8AC3E}">
        <p14:creationId xmlns:p14="http://schemas.microsoft.com/office/powerpoint/2010/main" val="14301381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CF1F9-4847-1440-0352-6D1284A48D0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10</a:t>
            </a:fld>
            <a:endParaRPr lang="en-US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9C20947-A133-32C2-D0F4-654D337A74E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83904389"/>
              </p:ext>
            </p:extLst>
          </p:nvPr>
        </p:nvGraphicFramePr>
        <p:xfrm>
          <a:off x="1324266" y="2212975"/>
          <a:ext cx="9543469" cy="3028259"/>
        </p:xfrm>
        <a:graphic>
          <a:graphicData uri="http://schemas.openxmlformats.org/drawingml/2006/table">
            <a:tbl>
              <a:tblPr firstRow="1" lastCol="1" bandRow="1">
                <a:tableStyleId>{5C22544A-7EE6-4342-B048-85BDC9FD1C3A}</a:tableStyleId>
              </a:tblPr>
              <a:tblGrid>
                <a:gridCol w="925972">
                  <a:extLst>
                    <a:ext uri="{9D8B030D-6E8A-4147-A177-3AD203B41FA5}">
                      <a16:colId xmlns:a16="http://schemas.microsoft.com/office/drawing/2014/main" val="1689330750"/>
                    </a:ext>
                  </a:extLst>
                </a:gridCol>
                <a:gridCol w="2152890">
                  <a:extLst>
                    <a:ext uri="{9D8B030D-6E8A-4147-A177-3AD203B41FA5}">
                      <a16:colId xmlns:a16="http://schemas.microsoft.com/office/drawing/2014/main" val="2660631934"/>
                    </a:ext>
                  </a:extLst>
                </a:gridCol>
                <a:gridCol w="2164466">
                  <a:extLst>
                    <a:ext uri="{9D8B030D-6E8A-4147-A177-3AD203B41FA5}">
                      <a16:colId xmlns:a16="http://schemas.microsoft.com/office/drawing/2014/main" val="3909717689"/>
                    </a:ext>
                  </a:extLst>
                </a:gridCol>
                <a:gridCol w="2141317">
                  <a:extLst>
                    <a:ext uri="{9D8B030D-6E8A-4147-A177-3AD203B41FA5}">
                      <a16:colId xmlns:a16="http://schemas.microsoft.com/office/drawing/2014/main" val="1603189107"/>
                    </a:ext>
                  </a:extLst>
                </a:gridCol>
                <a:gridCol w="2158824">
                  <a:extLst>
                    <a:ext uri="{9D8B030D-6E8A-4147-A177-3AD203B41FA5}">
                      <a16:colId xmlns:a16="http://schemas.microsoft.com/office/drawing/2014/main" val="2755691855"/>
                    </a:ext>
                  </a:extLst>
                </a:gridCol>
              </a:tblGrid>
              <a:tr h="601036"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solidFill>
                          <a:schemeClr val="bg1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i="0" dirty="0">
                          <a:solidFill>
                            <a:schemeClr val="accent3">
                              <a:lumMod val="25000"/>
                            </a:schemeClr>
                          </a:solidFill>
                          <a:latin typeface="Tw Cen MT" panose="020B0602020104020603" pitchFamily="34" charset="77"/>
                          <a:cs typeface="Segoe UI Light" panose="020B0502040204020203" pitchFamily="34" charset="0"/>
                        </a:rPr>
                        <a:t>DT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i="0" dirty="0">
                          <a:solidFill>
                            <a:schemeClr val="accent3">
                              <a:lumMod val="25000"/>
                            </a:schemeClr>
                          </a:solidFill>
                          <a:latin typeface="Tw Cen MT" panose="020B0602020104020603" pitchFamily="34" charset="77"/>
                          <a:cs typeface="Segoe UI Light" panose="020B0502040204020203" pitchFamily="34" charset="0"/>
                        </a:rPr>
                        <a:t>RF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1" i="0" dirty="0">
                          <a:solidFill>
                            <a:schemeClr val="accent3">
                              <a:lumMod val="25000"/>
                            </a:schemeClr>
                          </a:solidFill>
                          <a:latin typeface="Tw Cen MT" panose="020B0602020104020603" pitchFamily="34" charset="77"/>
                          <a:cs typeface="Segoe UI Light" panose="020B0502040204020203" pitchFamily="34" charset="0"/>
                        </a:rPr>
                        <a:t>KNN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1" i="0" u="none" strike="noStrike" noProof="0" dirty="0">
                          <a:solidFill>
                            <a:schemeClr val="accent3">
                              <a:lumMod val="25000"/>
                            </a:schemeClr>
                          </a:solidFill>
                          <a:latin typeface="Tw Cen MT" panose="020B0602020104020603" pitchFamily="34" charset="77"/>
                          <a:cs typeface="Segoe UI Light" panose="020B0502040204020203" pitchFamily="34" charset="0"/>
                        </a:rPr>
                        <a:t>SVM</a:t>
                      </a:r>
                      <a:endParaRPr lang="en-US" sz="2400" b="1" i="0" dirty="0">
                        <a:solidFill>
                          <a:schemeClr val="accent3">
                            <a:lumMod val="25000"/>
                          </a:schemeClr>
                        </a:solidFill>
                        <a:latin typeface="Tw Cen MT" panose="020B0602020104020603" pitchFamily="34" charset="77"/>
                        <a:cs typeface="Segoe UI Light" panose="020B05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928716"/>
                  </a:ext>
                </a:extLst>
              </a:tr>
              <a:tr h="799098"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Model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~50%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~55%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~49%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~56%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3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0208656"/>
                  </a:ext>
                </a:extLst>
              </a:tr>
              <a:tr h="802683"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Model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~49%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~54%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~50%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~55%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43071"/>
                  </a:ext>
                </a:extLst>
              </a:tr>
              <a:tr h="825442"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Model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~52%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~50%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~55%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~53%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3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808797"/>
                  </a:ext>
                </a:extLst>
              </a:tr>
            </a:tbl>
          </a:graphicData>
        </a:graphic>
      </p:graphicFrame>
      <p:sp>
        <p:nvSpPr>
          <p:cNvPr id="6" name="Title 68">
            <a:extLst>
              <a:ext uri="{FF2B5EF4-FFF2-40B4-BE49-F238E27FC236}">
                <a16:creationId xmlns:a16="http://schemas.microsoft.com/office/drawing/2014/main" id="{7D11370B-5AEB-EEA4-4987-A5A30EF429F5}"/>
              </a:ext>
            </a:extLst>
          </p:cNvPr>
          <p:cNvSpPr txBox="1">
            <a:spLocks/>
          </p:cNvSpPr>
          <p:nvPr/>
        </p:nvSpPr>
        <p:spPr>
          <a:xfrm>
            <a:off x="1656588" y="136365"/>
            <a:ext cx="8878824" cy="106984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Supervised Models 2</a:t>
            </a:r>
          </a:p>
        </p:txBody>
      </p:sp>
      <p:sp>
        <p:nvSpPr>
          <p:cNvPr id="9" name="Title 68">
            <a:extLst>
              <a:ext uri="{FF2B5EF4-FFF2-40B4-BE49-F238E27FC236}">
                <a16:creationId xmlns:a16="http://schemas.microsoft.com/office/drawing/2014/main" id="{D06BE26A-7CE8-0112-C15C-AD7201B1D229}"/>
              </a:ext>
            </a:extLst>
          </p:cNvPr>
          <p:cNvSpPr txBox="1">
            <a:spLocks/>
          </p:cNvSpPr>
          <p:nvPr/>
        </p:nvSpPr>
        <p:spPr>
          <a:xfrm>
            <a:off x="1632204" y="903268"/>
            <a:ext cx="8878824" cy="106984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Accuracy Scores</a:t>
            </a:r>
          </a:p>
        </p:txBody>
      </p:sp>
    </p:spTree>
    <p:extLst>
      <p:ext uri="{BB962C8B-B14F-4D97-AF65-F5344CB8AC3E}">
        <p14:creationId xmlns:p14="http://schemas.microsoft.com/office/powerpoint/2010/main" val="12087244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A1F4F-6727-2547-F9FB-4E29691E7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60C8CE-F6D0-87C1-EF74-CE0C8421071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6" name="Title 68">
            <a:extLst>
              <a:ext uri="{FF2B5EF4-FFF2-40B4-BE49-F238E27FC236}">
                <a16:creationId xmlns:a16="http://schemas.microsoft.com/office/drawing/2014/main" id="{5CEB102C-4324-40FC-4FBC-45884EEF60C7}"/>
              </a:ext>
            </a:extLst>
          </p:cNvPr>
          <p:cNvSpPr txBox="1">
            <a:spLocks/>
          </p:cNvSpPr>
          <p:nvPr/>
        </p:nvSpPr>
        <p:spPr>
          <a:xfrm>
            <a:off x="1656588" y="136365"/>
            <a:ext cx="8878824" cy="106984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Supervised Models 3</a:t>
            </a:r>
          </a:p>
        </p:txBody>
      </p:sp>
      <p:sp>
        <p:nvSpPr>
          <p:cNvPr id="9" name="Title 68">
            <a:extLst>
              <a:ext uri="{FF2B5EF4-FFF2-40B4-BE49-F238E27FC236}">
                <a16:creationId xmlns:a16="http://schemas.microsoft.com/office/drawing/2014/main" id="{1B016062-2B86-449A-8B55-0029F7CC78E3}"/>
              </a:ext>
            </a:extLst>
          </p:cNvPr>
          <p:cNvSpPr txBox="1">
            <a:spLocks/>
          </p:cNvSpPr>
          <p:nvPr/>
        </p:nvSpPr>
        <p:spPr>
          <a:xfrm>
            <a:off x="1632204" y="903268"/>
            <a:ext cx="8878824" cy="106984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Confusion Matrices</a:t>
            </a:r>
          </a:p>
        </p:txBody>
      </p:sp>
      <p:pic>
        <p:nvPicPr>
          <p:cNvPr id="23" name="Picture 22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3E0A9A6D-68D1-B1D1-955E-876B3E6DC6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31876"/>
            <a:ext cx="12192000" cy="3492750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8F3534DA-0A61-E966-28E3-88F1E6811B92}"/>
              </a:ext>
            </a:extLst>
          </p:cNvPr>
          <p:cNvSpPr/>
          <p:nvPr/>
        </p:nvSpPr>
        <p:spPr>
          <a:xfrm>
            <a:off x="275837" y="671289"/>
            <a:ext cx="776253" cy="1353312"/>
          </a:xfrm>
          <a:prstGeom prst="rect">
            <a:avLst/>
          </a:prstGeom>
          <a:solidFill>
            <a:srgbClr val="102857"/>
          </a:solidFill>
          <a:ln>
            <a:solidFill>
              <a:srgbClr val="1028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EA19671-FC5C-813D-5DAF-9A3B94C25684}"/>
              </a:ext>
            </a:extLst>
          </p:cNvPr>
          <p:cNvSpPr/>
          <p:nvPr/>
        </p:nvSpPr>
        <p:spPr>
          <a:xfrm>
            <a:off x="275836" y="5531901"/>
            <a:ext cx="776253" cy="1211799"/>
          </a:xfrm>
          <a:prstGeom prst="rect">
            <a:avLst/>
          </a:prstGeom>
          <a:solidFill>
            <a:srgbClr val="102857"/>
          </a:solidFill>
          <a:ln>
            <a:solidFill>
              <a:srgbClr val="1028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6587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CC7F8962-79E5-C132-8DCE-ED09CDE257E0}"/>
              </a:ext>
            </a:extLst>
          </p:cNvPr>
          <p:cNvSpPr/>
          <p:nvPr/>
        </p:nvSpPr>
        <p:spPr>
          <a:xfrm>
            <a:off x="9786731" y="1499714"/>
            <a:ext cx="2067340" cy="4519570"/>
          </a:xfrm>
          <a:prstGeom prst="rect">
            <a:avLst/>
          </a:prstGeom>
          <a:solidFill>
            <a:srgbClr val="102857"/>
          </a:solidFill>
          <a:ln>
            <a:solidFill>
              <a:srgbClr val="1028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Slide Number Placeholder 138">
            <a:extLst>
              <a:ext uri="{FF2B5EF4-FFF2-40B4-BE49-F238E27FC236}">
                <a16:creationId xmlns:a16="http://schemas.microsoft.com/office/drawing/2014/main" id="{0C6CCCC3-BCC9-AE9B-C2AE-4D9986B5F8A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90" name="Picture Placeholder 89" descr="Exponential Graph outline">
            <a:extLst>
              <a:ext uri="{FF2B5EF4-FFF2-40B4-BE49-F238E27FC236}">
                <a16:creationId xmlns:a16="http://schemas.microsoft.com/office/drawing/2014/main" id="{86472D92-CAA9-AF6F-549B-2EE170C70DD7}"/>
              </a:ext>
            </a:extLst>
          </p:cNvPr>
          <p:cNvPicPr>
            <a:picLocks noGrp="1" noChangeAspect="1"/>
          </p:cNvPicPr>
          <p:nvPr>
            <p:ph type="pic" sz="quarter" idx="26"/>
          </p:nvPr>
        </p:nvPicPr>
        <p:blipFill rotWithShape="1">
          <a:blip r:embed="rId2"/>
          <a:srcRect/>
          <a:stretch/>
        </p:blipFill>
        <p:spPr>
          <a:xfrm>
            <a:off x="10330245" y="3018954"/>
            <a:ext cx="621792" cy="621792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F4EECB-47E7-26A0-F3A1-ACAE7AEE574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63502" y="4097606"/>
            <a:ext cx="1704797" cy="466344"/>
          </a:xfrm>
        </p:spPr>
        <p:txBody>
          <a:bodyPr/>
          <a:lstStyle/>
          <a:p>
            <a:r>
              <a:rPr lang="en-US" sz="2000" dirty="0"/>
              <a:t>Decision Tree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2F0535-53EA-30FB-770D-0C92BEEF3F6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989566" y="4114206"/>
            <a:ext cx="1881808" cy="466344"/>
          </a:xfrm>
        </p:spPr>
        <p:txBody>
          <a:bodyPr/>
          <a:lstStyle/>
          <a:p>
            <a:pPr lvl="0"/>
            <a:r>
              <a:rPr lang="en-US" sz="2000" dirty="0"/>
              <a:t>Random Forest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511481-29C6-275B-963E-B5AF2E87AD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455" y="4090949"/>
            <a:ext cx="947529" cy="466344"/>
          </a:xfrm>
        </p:spPr>
        <p:txBody>
          <a:bodyPr/>
          <a:lstStyle/>
          <a:p>
            <a:pPr lvl="0"/>
            <a:r>
              <a:rPr lang="en-US" sz="2000" dirty="0"/>
              <a:t>KNN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F32973A-CF94-1C2B-BB12-B563173CC79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839202" y="4090949"/>
            <a:ext cx="1362456" cy="466344"/>
          </a:xfrm>
        </p:spPr>
        <p:txBody>
          <a:bodyPr/>
          <a:lstStyle/>
          <a:p>
            <a:pPr lvl="0"/>
            <a:r>
              <a:rPr lang="en-US" sz="2000" dirty="0"/>
              <a:t>SVM</a:t>
            </a:r>
          </a:p>
        </p:txBody>
      </p:sp>
      <p:sp>
        <p:nvSpPr>
          <p:cNvPr id="69" name="Text Placeholder 68">
            <a:extLst>
              <a:ext uri="{FF2B5EF4-FFF2-40B4-BE49-F238E27FC236}">
                <a16:creationId xmlns:a16="http://schemas.microsoft.com/office/drawing/2014/main" id="{4BBDF45D-9B32-0154-7602-2C43DAF6C0A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901972" y="4617622"/>
            <a:ext cx="1593109" cy="740664"/>
          </a:xfrm>
        </p:spPr>
        <p:txBody>
          <a:bodyPr/>
          <a:lstStyle/>
          <a:p>
            <a:r>
              <a:rPr lang="en-US" dirty="0"/>
              <a:t>A single Decision Tree is not suitable for this dataset.</a:t>
            </a:r>
          </a:p>
        </p:txBody>
      </p:sp>
      <p:sp>
        <p:nvSpPr>
          <p:cNvPr id="70" name="Text Placeholder 69">
            <a:extLst>
              <a:ext uri="{FF2B5EF4-FFF2-40B4-BE49-F238E27FC236}">
                <a16:creationId xmlns:a16="http://schemas.microsoft.com/office/drawing/2014/main" id="{38FF6C9F-C7C5-37D5-4C61-BA14A636B73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946496" y="4617622"/>
            <a:ext cx="1967947" cy="1219961"/>
          </a:xfrm>
        </p:spPr>
        <p:txBody>
          <a:bodyPr/>
          <a:lstStyle/>
          <a:p>
            <a:r>
              <a:rPr lang="en-US" dirty="0"/>
              <a:t>Despite being stronger than single trees, Random Forests were still unreliable for this task."</a:t>
            </a:r>
          </a:p>
          <a:p>
            <a:endParaRPr lang="en-US" dirty="0"/>
          </a:p>
        </p:txBody>
      </p:sp>
      <p:sp>
        <p:nvSpPr>
          <p:cNvPr id="71" name="Text Placeholder 70">
            <a:extLst>
              <a:ext uri="{FF2B5EF4-FFF2-40B4-BE49-F238E27FC236}">
                <a16:creationId xmlns:a16="http://schemas.microsoft.com/office/drawing/2014/main" id="{5973BD56-1612-983E-EA67-F4039B06208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277559" y="4617621"/>
            <a:ext cx="1813631" cy="1531387"/>
          </a:xfrm>
        </p:spPr>
        <p:txBody>
          <a:bodyPr/>
          <a:lstStyle/>
          <a:p>
            <a:r>
              <a:rPr lang="en-US" dirty="0"/>
              <a:t>KNN consistently traded balance for accuracy and failed to generalize. It is not suitable for this dataset.</a:t>
            </a:r>
          </a:p>
        </p:txBody>
      </p:sp>
      <p:sp>
        <p:nvSpPr>
          <p:cNvPr id="72" name="Text Placeholder 71">
            <a:extLst>
              <a:ext uri="{FF2B5EF4-FFF2-40B4-BE49-F238E27FC236}">
                <a16:creationId xmlns:a16="http://schemas.microsoft.com/office/drawing/2014/main" id="{840CFADA-CAD6-2A04-5B15-5DB4DD6A84E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99408" y="4617621"/>
            <a:ext cx="1997720" cy="1279595"/>
          </a:xfrm>
        </p:spPr>
        <p:txBody>
          <a:bodyPr/>
          <a:lstStyle/>
          <a:p>
            <a:r>
              <a:rPr lang="en-US" dirty="0"/>
              <a:t>The Balanced RBF SVM was the best-performing supervised model, though still not fully ideal.</a:t>
            </a:r>
          </a:p>
        </p:txBody>
      </p:sp>
      <p:pic>
        <p:nvPicPr>
          <p:cNvPr id="18" name="Picture Placeholder 17" descr="Fir tree outline">
            <a:extLst>
              <a:ext uri="{FF2B5EF4-FFF2-40B4-BE49-F238E27FC236}">
                <a16:creationId xmlns:a16="http://schemas.microsoft.com/office/drawing/2014/main" id="{3FD4BBC2-977A-BACD-41E6-A647FDC0FD94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28" b="128"/>
          <a:stretch>
            <a:fillRect/>
          </a:stretch>
        </p:blipFill>
        <p:spPr/>
      </p:pic>
      <p:pic>
        <p:nvPicPr>
          <p:cNvPr id="22" name="Picture Placeholder 21" descr="Forest scene outline">
            <a:extLst>
              <a:ext uri="{FF2B5EF4-FFF2-40B4-BE49-F238E27FC236}">
                <a16:creationId xmlns:a16="http://schemas.microsoft.com/office/drawing/2014/main" id="{BB73A2C8-6CF1-C603-0AF9-A784F9E8B31B}"/>
              </a:ext>
            </a:extLst>
          </p:cNvPr>
          <p:cNvPicPr>
            <a:picLocks noGrp="1" noChangeAspect="1"/>
          </p:cNvPicPr>
          <p:nvPr>
            <p:ph type="pic" sz="quarter" idx="23"/>
          </p:nvPr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t="128" b="128"/>
          <a:stretch>
            <a:fillRect/>
          </a:stretch>
        </p:blipFill>
        <p:spPr/>
      </p:pic>
      <p:pic>
        <p:nvPicPr>
          <p:cNvPr id="26" name="Picture Placeholder 25" descr="Neighborhood outline">
            <a:extLst>
              <a:ext uri="{FF2B5EF4-FFF2-40B4-BE49-F238E27FC236}">
                <a16:creationId xmlns:a16="http://schemas.microsoft.com/office/drawing/2014/main" id="{A0088CBE-10FD-1537-4902-497079F63042}"/>
              </a:ext>
            </a:extLst>
          </p:cNvPr>
          <p:cNvPicPr>
            <a:picLocks noGrp="1" noChangeAspect="1"/>
          </p:cNvPicPr>
          <p:nvPr>
            <p:ph type="pic" sz="quarter" idx="24"/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p:blipFill>
        <p:spPr/>
      </p:pic>
      <p:pic>
        <p:nvPicPr>
          <p:cNvPr id="30" name="Picture Placeholder 29" descr="Illustrator outline">
            <a:extLst>
              <a:ext uri="{FF2B5EF4-FFF2-40B4-BE49-F238E27FC236}">
                <a16:creationId xmlns:a16="http://schemas.microsoft.com/office/drawing/2014/main" id="{3F3362C4-8FE0-77D1-20A0-44C0B19C613F}"/>
              </a:ext>
            </a:extLst>
          </p:cNvPr>
          <p:cNvPicPr>
            <a:picLocks noGrp="1" noChangeAspect="1"/>
          </p:cNvPicPr>
          <p:nvPr>
            <p:ph type="pic" sz="quarter" idx="25"/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 t="128" b="128"/>
          <a:stretch>
            <a:fillRect/>
          </a:stretch>
        </p:blipFill>
        <p:spPr/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AE213A69-E2EC-3C32-8CFD-F62BD27CB22D}"/>
              </a:ext>
            </a:extLst>
          </p:cNvPr>
          <p:cNvSpPr/>
          <p:nvPr/>
        </p:nvSpPr>
        <p:spPr>
          <a:xfrm>
            <a:off x="11721527" y="2727863"/>
            <a:ext cx="325315" cy="1202840"/>
          </a:xfrm>
          <a:prstGeom prst="rect">
            <a:avLst/>
          </a:prstGeom>
          <a:solidFill>
            <a:srgbClr val="102857"/>
          </a:solidFill>
          <a:ln>
            <a:solidFill>
              <a:srgbClr val="1028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itle 68">
            <a:extLst>
              <a:ext uri="{FF2B5EF4-FFF2-40B4-BE49-F238E27FC236}">
                <a16:creationId xmlns:a16="http://schemas.microsoft.com/office/drawing/2014/main" id="{F5DF6843-1D20-0BC0-D0FB-CD2F8F990F68}"/>
              </a:ext>
            </a:extLst>
          </p:cNvPr>
          <p:cNvSpPr txBox="1">
            <a:spLocks/>
          </p:cNvSpPr>
          <p:nvPr/>
        </p:nvSpPr>
        <p:spPr>
          <a:xfrm>
            <a:off x="1656588" y="136365"/>
            <a:ext cx="8878824" cy="106984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Supervised Models 4</a:t>
            </a:r>
          </a:p>
        </p:txBody>
      </p:sp>
      <p:sp>
        <p:nvSpPr>
          <p:cNvPr id="44" name="Title 68">
            <a:extLst>
              <a:ext uri="{FF2B5EF4-FFF2-40B4-BE49-F238E27FC236}">
                <a16:creationId xmlns:a16="http://schemas.microsoft.com/office/drawing/2014/main" id="{43CDEA61-5F6B-6B36-9E5E-165429EB9648}"/>
              </a:ext>
            </a:extLst>
          </p:cNvPr>
          <p:cNvSpPr txBox="1">
            <a:spLocks/>
          </p:cNvSpPr>
          <p:nvPr/>
        </p:nvSpPr>
        <p:spPr>
          <a:xfrm>
            <a:off x="1632204" y="903268"/>
            <a:ext cx="8878824" cy="106984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Conclusions</a:t>
            </a:r>
          </a:p>
        </p:txBody>
      </p:sp>
    </p:spTree>
    <p:extLst>
      <p:ext uri="{BB962C8B-B14F-4D97-AF65-F5344CB8AC3E}">
        <p14:creationId xmlns:p14="http://schemas.microsoft.com/office/powerpoint/2010/main" val="35101309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775F5-D95C-A98C-BE9E-C8648A202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D52C426-CE73-1BA2-0C88-E3BF03C6CA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9287" y="2154009"/>
            <a:ext cx="8693425" cy="1821644"/>
          </a:xfrm>
        </p:spPr>
        <p:txBody>
          <a:bodyPr/>
          <a:lstStyle/>
          <a:p>
            <a:r>
              <a:rPr lang="en-US" dirty="0"/>
              <a:t>To determine whether the data naturally clusters into meaningful groups that resemble UP/DOWN behavior, we used the unsupervised clustering model K-Means</a:t>
            </a:r>
          </a:p>
          <a:p>
            <a:r>
              <a:rPr lang="en-US" dirty="0"/>
              <a:t>This model required scaling and reduction</a:t>
            </a:r>
          </a:p>
        </p:txBody>
      </p:sp>
      <p:sp>
        <p:nvSpPr>
          <p:cNvPr id="6" name="Title 68">
            <a:extLst>
              <a:ext uri="{FF2B5EF4-FFF2-40B4-BE49-F238E27FC236}">
                <a16:creationId xmlns:a16="http://schemas.microsoft.com/office/drawing/2014/main" id="{1499850B-A2BC-41FD-28A1-892F0A427897}"/>
              </a:ext>
            </a:extLst>
          </p:cNvPr>
          <p:cNvSpPr txBox="1">
            <a:spLocks/>
          </p:cNvSpPr>
          <p:nvPr/>
        </p:nvSpPr>
        <p:spPr>
          <a:xfrm>
            <a:off x="1656588" y="136365"/>
            <a:ext cx="8878824" cy="106984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Unsupervised Learning 1</a:t>
            </a:r>
          </a:p>
        </p:txBody>
      </p:sp>
    </p:spTree>
    <p:extLst>
      <p:ext uri="{BB962C8B-B14F-4D97-AF65-F5344CB8AC3E}">
        <p14:creationId xmlns:p14="http://schemas.microsoft.com/office/powerpoint/2010/main" val="12276959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0CE0A-6548-5767-A9D7-B46750E6E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3A12689-E441-22D4-078E-F189AA44B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0207" y="2562838"/>
            <a:ext cx="3174957" cy="3282696"/>
          </a:xfrm>
        </p:spPr>
        <p:txBody>
          <a:bodyPr/>
          <a:lstStyle/>
          <a:p>
            <a:pPr marL="0" indent="0">
              <a:buNone/>
            </a:pPr>
            <a:r>
              <a:rPr lang="en-US" sz="2000" dirty="0"/>
              <a:t>First, we decided to try at K=2 clusters, which is the same number of classes in the target column</a:t>
            </a:r>
          </a:p>
        </p:txBody>
      </p:sp>
      <p:sp>
        <p:nvSpPr>
          <p:cNvPr id="6" name="Title 68">
            <a:extLst>
              <a:ext uri="{FF2B5EF4-FFF2-40B4-BE49-F238E27FC236}">
                <a16:creationId xmlns:a16="http://schemas.microsoft.com/office/drawing/2014/main" id="{B48DB76B-7F85-19F8-DEA7-0E44CF42C11F}"/>
              </a:ext>
            </a:extLst>
          </p:cNvPr>
          <p:cNvSpPr txBox="1">
            <a:spLocks/>
          </p:cNvSpPr>
          <p:nvPr/>
        </p:nvSpPr>
        <p:spPr>
          <a:xfrm>
            <a:off x="1656588" y="136365"/>
            <a:ext cx="8878824" cy="106984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Unsupervised Learning 2</a:t>
            </a:r>
          </a:p>
        </p:txBody>
      </p:sp>
      <p:sp>
        <p:nvSpPr>
          <p:cNvPr id="7" name="Title 68">
            <a:extLst>
              <a:ext uri="{FF2B5EF4-FFF2-40B4-BE49-F238E27FC236}">
                <a16:creationId xmlns:a16="http://schemas.microsoft.com/office/drawing/2014/main" id="{454F4B2F-11E9-4722-8686-A5F226832D17}"/>
              </a:ext>
            </a:extLst>
          </p:cNvPr>
          <p:cNvSpPr txBox="1">
            <a:spLocks/>
          </p:cNvSpPr>
          <p:nvPr/>
        </p:nvSpPr>
        <p:spPr>
          <a:xfrm>
            <a:off x="1632204" y="903268"/>
            <a:ext cx="8878824" cy="106984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k=2 Clusters</a:t>
            </a:r>
          </a:p>
        </p:txBody>
      </p:sp>
      <p:pic>
        <p:nvPicPr>
          <p:cNvPr id="9" name="Picture 8" descr="A yellow and purple dots with red x&#10;&#10;AI-generated content may be incorrect.">
            <a:extLst>
              <a:ext uri="{FF2B5EF4-FFF2-40B4-BE49-F238E27FC236}">
                <a16:creationId xmlns:a16="http://schemas.microsoft.com/office/drawing/2014/main" id="{86E7433C-0BE0-28DD-2C91-6BB12F4D9B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1328" y="2346955"/>
            <a:ext cx="6585582" cy="3927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226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2EC955-25B2-D593-FB33-A12AE3098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3AF532B-E871-340E-31CC-D2563F401F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0207" y="2562838"/>
            <a:ext cx="3174957" cy="3282696"/>
          </a:xfrm>
        </p:spPr>
        <p:txBody>
          <a:bodyPr/>
          <a:lstStyle/>
          <a:p>
            <a:pPr marL="0" indent="0">
              <a:buNone/>
            </a:pPr>
            <a:r>
              <a:rPr lang="en-US" sz="2000" dirty="0"/>
              <a:t>Then we tried to find the optimal K using the elbow curve method</a:t>
            </a:r>
          </a:p>
        </p:txBody>
      </p:sp>
      <p:sp>
        <p:nvSpPr>
          <p:cNvPr id="6" name="Title 68">
            <a:extLst>
              <a:ext uri="{FF2B5EF4-FFF2-40B4-BE49-F238E27FC236}">
                <a16:creationId xmlns:a16="http://schemas.microsoft.com/office/drawing/2014/main" id="{0B75A80B-C9F4-DA85-04DF-6B40F8E2B03A}"/>
              </a:ext>
            </a:extLst>
          </p:cNvPr>
          <p:cNvSpPr txBox="1">
            <a:spLocks/>
          </p:cNvSpPr>
          <p:nvPr/>
        </p:nvSpPr>
        <p:spPr>
          <a:xfrm>
            <a:off x="1656588" y="136365"/>
            <a:ext cx="8878824" cy="106984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Unsupervised Learning 3</a:t>
            </a:r>
          </a:p>
        </p:txBody>
      </p:sp>
      <p:sp>
        <p:nvSpPr>
          <p:cNvPr id="7" name="Title 68">
            <a:extLst>
              <a:ext uri="{FF2B5EF4-FFF2-40B4-BE49-F238E27FC236}">
                <a16:creationId xmlns:a16="http://schemas.microsoft.com/office/drawing/2014/main" id="{3A7DB783-28E1-CCC9-ED4D-5E75764A3C4F}"/>
              </a:ext>
            </a:extLst>
          </p:cNvPr>
          <p:cNvSpPr txBox="1">
            <a:spLocks/>
          </p:cNvSpPr>
          <p:nvPr/>
        </p:nvSpPr>
        <p:spPr>
          <a:xfrm>
            <a:off x="1632204" y="903268"/>
            <a:ext cx="8878824" cy="106984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Elbow Curve</a:t>
            </a:r>
          </a:p>
        </p:txBody>
      </p:sp>
      <p:pic>
        <p:nvPicPr>
          <p:cNvPr id="4" name="Picture 3" descr="A graph with a red line and blue dots&#10;&#10;AI-generated content may be incorrect.">
            <a:extLst>
              <a:ext uri="{FF2B5EF4-FFF2-40B4-BE49-F238E27FC236}">
                <a16:creationId xmlns:a16="http://schemas.microsoft.com/office/drawing/2014/main" id="{B8302D6C-C546-3D21-CF0D-49C34B3F7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8990" y="2155926"/>
            <a:ext cx="6592837" cy="4096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6326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DD6C1-3EFB-AE3B-845D-4B477DA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68">
            <a:extLst>
              <a:ext uri="{FF2B5EF4-FFF2-40B4-BE49-F238E27FC236}">
                <a16:creationId xmlns:a16="http://schemas.microsoft.com/office/drawing/2014/main" id="{C9286B75-9652-C69C-110E-373B1B5AFD57}"/>
              </a:ext>
            </a:extLst>
          </p:cNvPr>
          <p:cNvSpPr txBox="1">
            <a:spLocks/>
          </p:cNvSpPr>
          <p:nvPr/>
        </p:nvSpPr>
        <p:spPr>
          <a:xfrm>
            <a:off x="1656588" y="136365"/>
            <a:ext cx="8878824" cy="106984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Unsupervised Learning 4</a:t>
            </a:r>
          </a:p>
        </p:txBody>
      </p:sp>
      <p:sp>
        <p:nvSpPr>
          <p:cNvPr id="7" name="Title 68">
            <a:extLst>
              <a:ext uri="{FF2B5EF4-FFF2-40B4-BE49-F238E27FC236}">
                <a16:creationId xmlns:a16="http://schemas.microsoft.com/office/drawing/2014/main" id="{7860505E-0890-ACFA-8DBE-3DED36DD2192}"/>
              </a:ext>
            </a:extLst>
          </p:cNvPr>
          <p:cNvSpPr txBox="1">
            <a:spLocks/>
          </p:cNvSpPr>
          <p:nvPr/>
        </p:nvSpPr>
        <p:spPr>
          <a:xfrm>
            <a:off x="1632204" y="903268"/>
            <a:ext cx="8878824" cy="106984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K=4 Clusters</a:t>
            </a:r>
          </a:p>
        </p:txBody>
      </p:sp>
      <p:pic>
        <p:nvPicPr>
          <p:cNvPr id="9" name="Picture 8" descr="A diagram of a cluster of dots&#10;&#10;AI-generated content may be incorrect.">
            <a:extLst>
              <a:ext uri="{FF2B5EF4-FFF2-40B4-BE49-F238E27FC236}">
                <a16:creationId xmlns:a16="http://schemas.microsoft.com/office/drawing/2014/main" id="{4F1BB3D1-E562-75B7-A9CF-7BFD11547B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8658" y="2244786"/>
            <a:ext cx="5717500" cy="4096380"/>
          </a:xfrm>
          <a:prstGeom prst="rect">
            <a:avLst/>
          </a:prstGeom>
        </p:spPr>
      </p:pic>
      <p:sp>
        <p:nvSpPr>
          <p:cNvPr id="10" name="Subtitle 2">
            <a:extLst>
              <a:ext uri="{FF2B5EF4-FFF2-40B4-BE49-F238E27FC236}">
                <a16:creationId xmlns:a16="http://schemas.microsoft.com/office/drawing/2014/main" id="{506ED22A-2D4F-1309-19B9-43DF9C8FA9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0207" y="2562838"/>
            <a:ext cx="3174957" cy="3282696"/>
          </a:xfrm>
        </p:spPr>
        <p:txBody>
          <a:bodyPr/>
          <a:lstStyle/>
          <a:p>
            <a:pPr marL="0" indent="0">
              <a:buNone/>
            </a:pPr>
            <a:r>
              <a:rPr lang="en-US" sz="2000" dirty="0"/>
              <a:t>These are the 4 clusters generated by k-means using k=4</a:t>
            </a:r>
          </a:p>
        </p:txBody>
      </p:sp>
    </p:spTree>
    <p:extLst>
      <p:ext uri="{BB962C8B-B14F-4D97-AF65-F5344CB8AC3E}">
        <p14:creationId xmlns:p14="http://schemas.microsoft.com/office/powerpoint/2010/main" val="5746601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71F1B7-C162-BD1A-15D3-3E74FACFE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61B888BE-6592-4458-3D68-D1E04D13E8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95433" y="5005482"/>
            <a:ext cx="9601134" cy="547577"/>
          </a:xfrm>
        </p:spPr>
        <p:txBody>
          <a:bodyPr/>
          <a:lstStyle/>
          <a:p>
            <a:pPr algn="l"/>
            <a:r>
              <a:rPr lang="en-US" dirty="0"/>
              <a:t>The lack of meaningful clusters confirms that the dataset itself lacks a clear predictable structure.</a:t>
            </a:r>
          </a:p>
        </p:txBody>
      </p:sp>
      <p:sp>
        <p:nvSpPr>
          <p:cNvPr id="3" name="Title 68">
            <a:extLst>
              <a:ext uri="{FF2B5EF4-FFF2-40B4-BE49-F238E27FC236}">
                <a16:creationId xmlns:a16="http://schemas.microsoft.com/office/drawing/2014/main" id="{0DA9DCD2-60B9-F856-96B4-F69CBCFACB1E}"/>
              </a:ext>
            </a:extLst>
          </p:cNvPr>
          <p:cNvSpPr txBox="1">
            <a:spLocks/>
          </p:cNvSpPr>
          <p:nvPr/>
        </p:nvSpPr>
        <p:spPr>
          <a:xfrm>
            <a:off x="1656588" y="1391080"/>
            <a:ext cx="8878824" cy="106984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Unsupervised Learning 5</a:t>
            </a:r>
          </a:p>
        </p:txBody>
      </p:sp>
      <p:sp>
        <p:nvSpPr>
          <p:cNvPr id="4" name="Title 68">
            <a:extLst>
              <a:ext uri="{FF2B5EF4-FFF2-40B4-BE49-F238E27FC236}">
                <a16:creationId xmlns:a16="http://schemas.microsoft.com/office/drawing/2014/main" id="{5497A0A1-A866-66A5-A442-938197CAEBAD}"/>
              </a:ext>
            </a:extLst>
          </p:cNvPr>
          <p:cNvSpPr txBox="1">
            <a:spLocks/>
          </p:cNvSpPr>
          <p:nvPr/>
        </p:nvSpPr>
        <p:spPr>
          <a:xfrm>
            <a:off x="1632204" y="2157983"/>
            <a:ext cx="8878824" cy="106984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Conclusion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0F034C-55B1-0B93-E897-8D355BB49800}"/>
              </a:ext>
            </a:extLst>
          </p:cNvPr>
          <p:cNvSpPr txBox="1"/>
          <p:nvPr/>
        </p:nvSpPr>
        <p:spPr>
          <a:xfrm>
            <a:off x="3283878" y="3630170"/>
            <a:ext cx="5743514" cy="11798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000"/>
              </a:spcBef>
              <a:buClr>
                <a:schemeClr val="accent6"/>
              </a:buClr>
            </a:pPr>
            <a:r>
              <a:rPr lang="en-US" dirty="0">
                <a:solidFill>
                  <a:schemeClr val="bg1"/>
                </a:solidFill>
                <a:cs typeface="Segoe UI" panose="020B0502040204020203" pitchFamily="34" charset="0"/>
              </a:rPr>
              <a:t>Very high inertia values</a:t>
            </a:r>
          </a:p>
          <a:p>
            <a:pPr algn="ctr">
              <a:spcBef>
                <a:spcPts val="1000"/>
              </a:spcBef>
              <a:buClr>
                <a:schemeClr val="accent6"/>
              </a:buClr>
            </a:pPr>
            <a:r>
              <a:rPr lang="en-US" dirty="0">
                <a:solidFill>
                  <a:schemeClr val="bg1"/>
                </a:solidFill>
                <a:cs typeface="Segoe UI" panose="020B0502040204020203" pitchFamily="34" charset="0"/>
              </a:rPr>
              <a:t>No clear distinction between UP and DOWN</a:t>
            </a:r>
          </a:p>
          <a:p>
            <a:pPr algn="ctr">
              <a:spcBef>
                <a:spcPts val="1000"/>
              </a:spcBef>
              <a:buClr>
                <a:schemeClr val="accent6"/>
              </a:buClr>
            </a:pPr>
            <a:r>
              <a:rPr lang="en-US" dirty="0">
                <a:solidFill>
                  <a:schemeClr val="bg1"/>
                </a:solidFill>
                <a:cs typeface="Segoe UI" panose="020B0502040204020203" pitchFamily="34" charset="0"/>
              </a:rPr>
              <a:t>Clusters did not correspond to labels</a:t>
            </a:r>
          </a:p>
        </p:txBody>
      </p:sp>
    </p:spTree>
    <p:extLst>
      <p:ext uri="{BB962C8B-B14F-4D97-AF65-F5344CB8AC3E}">
        <p14:creationId xmlns:p14="http://schemas.microsoft.com/office/powerpoint/2010/main" val="37140141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C085A-E47D-E018-CC84-528246312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BE7C37CF-2360-CA24-D2BD-30C4881049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64366" y="1938462"/>
            <a:ext cx="9163878" cy="5071011"/>
          </a:xfrm>
        </p:spPr>
        <p:txBody>
          <a:bodyPr anchor="ctr"/>
          <a:lstStyle/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All models tested seemed to struggle with predicting the output for this dataset accurately.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This strongly suggests that the limitation lies in the dataset’s signal, not in the models used.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Stock price direction prediction using historical technical indicators alone is an inherently difficult problem, hence the low accuracy in all models used.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This project demonstrates that more complex models do not guarantee better predictions when the underlying data lacks predictive structure.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3" name="Title 68">
            <a:extLst>
              <a:ext uri="{FF2B5EF4-FFF2-40B4-BE49-F238E27FC236}">
                <a16:creationId xmlns:a16="http://schemas.microsoft.com/office/drawing/2014/main" id="{1589C763-5D22-DEC7-5EE2-141C6F73D6A0}"/>
              </a:ext>
            </a:extLst>
          </p:cNvPr>
          <p:cNvSpPr txBox="1">
            <a:spLocks/>
          </p:cNvSpPr>
          <p:nvPr/>
        </p:nvSpPr>
        <p:spPr>
          <a:xfrm>
            <a:off x="1656588" y="921622"/>
            <a:ext cx="8878824" cy="106984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800" dirty="0"/>
              <a:t>Final Conclusion</a:t>
            </a:r>
          </a:p>
        </p:txBody>
      </p:sp>
    </p:spTree>
    <p:extLst>
      <p:ext uri="{BB962C8B-B14F-4D97-AF65-F5344CB8AC3E}">
        <p14:creationId xmlns:p14="http://schemas.microsoft.com/office/powerpoint/2010/main" val="40893535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9E45E-D6A7-9780-F652-BAF86DFBC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Takeaways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577A64-4E94-69E1-3180-1E014BD06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19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1605EE-24B6-95D8-DE5E-BEC2F03ECE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22F651-7ABC-015D-B5C4-622708A64CB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0"/>
            <a:r>
              <a:rPr lang="en-US" dirty="0"/>
              <a:t>Machine learning has limits in financial prediction</a:t>
            </a:r>
          </a:p>
          <a:p>
            <a:r>
              <a:rPr lang="en-US" dirty="0"/>
              <a:t>Financial markets remain highly volatile and noisy</a:t>
            </a:r>
          </a:p>
          <a:p>
            <a:pPr lvl="0"/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1E0F07-3291-4EE2-1286-04C97165BA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Lessons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F22CC9-1295-2B21-05A9-68A44E669B8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Feature engineering is necessary but not sufficient</a:t>
            </a:r>
          </a:p>
          <a:p>
            <a:r>
              <a:rPr lang="en-US" dirty="0"/>
              <a:t>Model evaluation must go beyond accuracy (balance)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2109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E1892-81E6-551C-7B5A-DEA682245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800" b="1" spc="600" dirty="0">
                <a:ln w="28575">
                  <a:noFill/>
                  <a:prstDash val="solid"/>
                </a:ln>
                <a:solidFill>
                  <a:schemeClr val="bg1"/>
                </a:solidFill>
                <a:latin typeface="Tw Cen MT" panose="020B0602020104020603" pitchFamily="34" charset="77"/>
              </a:rPr>
              <a:t>THANK YOU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77012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43">
      <a:dk1>
        <a:srgbClr val="000000"/>
      </a:dk1>
      <a:lt1>
        <a:srgbClr val="FFFFFF"/>
      </a:lt1>
      <a:dk2>
        <a:srgbClr val="64DFED"/>
      </a:dk2>
      <a:lt2>
        <a:srgbClr val="E7E6E6"/>
      </a:lt2>
      <a:accent1>
        <a:srgbClr val="92CDF0"/>
      </a:accent1>
      <a:accent2>
        <a:srgbClr val="92CDF0"/>
      </a:accent2>
      <a:accent3>
        <a:srgbClr val="ABC3F0"/>
      </a:accent3>
      <a:accent4>
        <a:srgbClr val="C3B9F2"/>
      </a:accent4>
      <a:accent5>
        <a:srgbClr val="AAA5F9"/>
      </a:accent5>
      <a:accent6>
        <a:srgbClr val="F6A6F4"/>
      </a:accent6>
      <a:hlink>
        <a:srgbClr val="0563C1"/>
      </a:hlink>
      <a:folHlink>
        <a:srgbClr val="954F72"/>
      </a:folHlink>
    </a:clrScheme>
    <a:fontScheme name="Custom 39">
      <a:majorFont>
        <a:latin typeface="Tw Cen MT"/>
        <a:ea typeface=""/>
        <a:cs typeface=""/>
      </a:majorFont>
      <a:minorFont>
        <a:latin typeface="Segoe U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nancial-design_Win32_CP_v13" id="{7A406372-3134-432A-A498-73868680C33B}" vid="{88D369DF-875A-4C31-AFF3-DEF6B94343C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5" ma:contentTypeDescription="Create a new document." ma:contentTypeScope="" ma:versionID="e02306daf00165b375dc6a58966960b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df88fb76bf5f555224557953949c1ec9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176493A3-2B83-4E58-86AD-56A2F2A20F1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F1F1912-3146-44AF-A389-9E8B77BB368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8B8ECF1-2A9D-464C-AFE8-2B3295D0BF97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Financial design</Template>
  <TotalTime>927</TotalTime>
  <Words>985</Words>
  <Application>Microsoft Office PowerPoint</Application>
  <PresentationFormat>Widescreen</PresentationFormat>
  <Paragraphs>165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Arial</vt:lpstr>
      <vt:lpstr>Calibri</vt:lpstr>
      <vt:lpstr>Courier New</vt:lpstr>
      <vt:lpstr>Segoe UI</vt:lpstr>
      <vt:lpstr>Segoe UI Light</vt:lpstr>
      <vt:lpstr>Tw Cen MT</vt:lpstr>
      <vt:lpstr>Office Theme</vt:lpstr>
      <vt:lpstr>CSCI44 Project Presentation</vt:lpstr>
      <vt:lpstr>CONTENTS</vt:lpstr>
      <vt:lpstr>INTRODUCTION</vt:lpstr>
      <vt:lpstr>Dataset</vt:lpstr>
      <vt:lpstr>Feature Engineering 1</vt:lpstr>
      <vt:lpstr>Feature Engineering 2</vt:lpstr>
      <vt:lpstr>Feature Engineering 3</vt:lpstr>
      <vt:lpstr>Model Strategy</vt:lpstr>
      <vt:lpstr>Supervised Models 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Key Takeaways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YAK Gamer</dc:creator>
  <cp:lastModifiedBy>YAK Gamer</cp:lastModifiedBy>
  <cp:revision>8</cp:revision>
  <dcterms:created xsi:type="dcterms:W3CDTF">2026-01-04T12:16:51Z</dcterms:created>
  <dcterms:modified xsi:type="dcterms:W3CDTF">2026-01-05T17:31:20Z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