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530" r:id="rId5"/>
    <p:sldId id="531" r:id="rId6"/>
    <p:sldId id="533" r:id="rId7"/>
    <p:sldId id="535" r:id="rId8"/>
    <p:sldId id="547" r:id="rId9"/>
    <p:sldId id="548" r:id="rId10"/>
    <p:sldId id="549" r:id="rId11"/>
    <p:sldId id="534" r:id="rId12"/>
    <p:sldId id="546" r:id="rId13"/>
    <p:sldId id="536" r:id="rId14"/>
    <p:sldId id="537" r:id="rId15"/>
    <p:sldId id="545" r:id="rId16"/>
    <p:sldId id="538" r:id="rId17"/>
    <p:sldId id="539" r:id="rId18"/>
    <p:sldId id="540" r:id="rId19"/>
    <p:sldId id="541" r:id="rId20"/>
    <p:sldId id="543" r:id="rId21"/>
    <p:sldId id="54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822EE"/>
    <a:srgbClr val="F01688"/>
    <a:srgbClr val="2F21F3"/>
    <a:srgbClr val="FEB52B"/>
    <a:srgbClr val="F01689"/>
    <a:srgbClr val="6F22E3"/>
    <a:srgbClr val="E218A3"/>
    <a:srgbClr val="BA20DB"/>
    <a:srgbClr val="6A23F1"/>
    <a:srgbClr val="2F22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4422"/>
  </p:normalViewPr>
  <p:slideViewPr>
    <p:cSldViewPr snapToGrid="0">
      <p:cViewPr varScale="1">
        <p:scale>
          <a:sx n="96" d="100"/>
          <a:sy n="96" d="100"/>
        </p:scale>
        <p:origin x="56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00BCFC-AFFD-334C-A183-6116BAFDF92B}" type="datetimeFigureOut">
              <a:rPr lang="en-US" smtClean="0"/>
              <a:t>1/4/2026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C058E0-0852-DB43-83D6-BD76659FF1D8}" type="slidenum">
              <a:rPr lang="en-US" smtClean="0"/>
              <a:t>‹#›</a:t>
            </a:fld>
            <a:endParaRPr lang="en-US" dirty="0"/>
          </a:p>
        </p:txBody>
      </p:sp>
    </p:spTree>
    <p:extLst>
      <p:ext uri="{BB962C8B-B14F-4D97-AF65-F5344CB8AC3E}">
        <p14:creationId xmlns:p14="http://schemas.microsoft.com/office/powerpoint/2010/main" val="1519306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Freeform 2">
            <a:extLst>
              <a:ext uri="{FF2B5EF4-FFF2-40B4-BE49-F238E27FC236}">
                <a16:creationId xmlns:a16="http://schemas.microsoft.com/office/drawing/2014/main" id="{F51FEA09-E4BD-0741-D624-EED4A231C599}"/>
              </a:ext>
            </a:extLst>
          </p:cNvPr>
          <p:cNvSpPr/>
          <p:nvPr userDrawn="1"/>
        </p:nvSpPr>
        <p:spPr>
          <a:xfrm rot="10800000">
            <a:off x="853427"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0"/>
                </a:schemeClr>
              </a:gs>
              <a:gs pos="99000">
                <a:schemeClr val="accent3">
                  <a:alpha val="71647"/>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9">
            <a:extLst>
              <a:ext uri="{FF2B5EF4-FFF2-40B4-BE49-F238E27FC236}">
                <a16:creationId xmlns:a16="http://schemas.microsoft.com/office/drawing/2014/main" id="{B707B5BA-AB15-D1EF-EBC5-F38FCE20FC52}"/>
              </a:ext>
            </a:extLst>
          </p:cNvPr>
          <p:cNvSpPr/>
          <p:nvPr userDrawn="1"/>
        </p:nvSpPr>
        <p:spPr>
          <a:xfrm rot="710202" flipV="1">
            <a:off x="-145573" y="4175628"/>
            <a:ext cx="6040006" cy="3240870"/>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97000">
                <a:schemeClr val="accent3">
                  <a:lumMod val="50000"/>
                  <a:alpha val="21210"/>
                </a:schemeClr>
              </a:gs>
              <a:gs pos="72000">
                <a:schemeClr val="accent4">
                  <a:lumMod val="50000"/>
                </a:schemeClr>
              </a:gs>
              <a:gs pos="3000">
                <a:schemeClr val="accent6">
                  <a:alpha val="53787"/>
                </a:schemeClr>
              </a:gs>
            </a:gsLst>
            <a:lin ang="81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solidFill>
            </a:endParaRPr>
          </a:p>
        </p:txBody>
      </p:sp>
      <p:cxnSp>
        <p:nvCxnSpPr>
          <p:cNvPr id="6" name="Straight Connector 5">
            <a:extLst>
              <a:ext uri="{FF2B5EF4-FFF2-40B4-BE49-F238E27FC236}">
                <a16:creationId xmlns:a16="http://schemas.microsoft.com/office/drawing/2014/main" id="{21AF73CC-B23B-6DCD-7E3E-8213485DF9B7}"/>
              </a:ext>
            </a:extLst>
          </p:cNvPr>
          <p:cNvCxnSpPr>
            <a:cxnSpLocks/>
          </p:cNvCxnSpPr>
          <p:nvPr userDrawn="1"/>
        </p:nvCxnSpPr>
        <p:spPr>
          <a:xfrm rot="5400000">
            <a:off x="6095999" y="3104925"/>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7" name="Freeform 1">
            <a:extLst>
              <a:ext uri="{FF2B5EF4-FFF2-40B4-BE49-F238E27FC236}">
                <a16:creationId xmlns:a16="http://schemas.microsoft.com/office/drawing/2014/main" id="{0319ECD0-7050-C18F-AC35-7F8DFA288A58}"/>
              </a:ext>
            </a:extLst>
          </p:cNvPr>
          <p:cNvSpPr/>
          <p:nvPr userDrawn="1"/>
        </p:nvSpPr>
        <p:spPr>
          <a:xfrm>
            <a:off x="-24334" y="1"/>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1">
                  <a:alpha val="31889"/>
                </a:schemeClr>
              </a:gs>
              <a:gs pos="77000">
                <a:schemeClr val="accent3">
                  <a:lumMod val="25000"/>
                  <a:alpha val="0"/>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3">
            <a:extLst>
              <a:ext uri="{FF2B5EF4-FFF2-40B4-BE49-F238E27FC236}">
                <a16:creationId xmlns:a16="http://schemas.microsoft.com/office/drawing/2014/main" id="{332954FC-1C1B-B277-413F-3CBA66FD1EAD}"/>
              </a:ext>
            </a:extLst>
          </p:cNvPr>
          <p:cNvSpPr/>
          <p:nvPr userDrawn="1"/>
        </p:nvSpPr>
        <p:spPr>
          <a:xfrm flipH="1" flipV="1">
            <a:off x="-26982" y="9939"/>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5011629 w 12218982"/>
              <a:gd name="connsiteY10" fmla="*/ 121918 h 6860673"/>
              <a:gd name="connsiteX11" fmla="*/ 4783396 w 12218982"/>
              <a:gd name="connsiteY11" fmla="*/ 139697 h 6860673"/>
              <a:gd name="connsiteX12" fmla="*/ 4570293 w 12218982"/>
              <a:gd name="connsiteY12" fmla="*/ 145085 h 6860673"/>
              <a:gd name="connsiteX13" fmla="*/ 692864 w 12218982"/>
              <a:gd name="connsiteY13" fmla="*/ 2723368 h 6860673"/>
              <a:gd name="connsiteX14" fmla="*/ 653810 w 12218982"/>
              <a:gd name="connsiteY14" fmla="*/ 2809752 h 6860673"/>
              <a:gd name="connsiteX15" fmla="*/ 633474 w 12218982"/>
              <a:gd name="connsiteY15" fmla="*/ 2851993 h 6860673"/>
              <a:gd name="connsiteX16" fmla="*/ 551923 w 12218982"/>
              <a:gd name="connsiteY16" fmla="*/ 3041708 h 6860673"/>
              <a:gd name="connsiteX17" fmla="*/ 532245 w 12218982"/>
              <a:gd name="connsiteY17" fmla="*/ 3101107 h 6860673"/>
              <a:gd name="connsiteX18" fmla="*/ 519820 w 12218982"/>
              <a:gd name="connsiteY18" fmla="*/ 3132620 h 6860673"/>
              <a:gd name="connsiteX19" fmla="*/ 242995 w 12218982"/>
              <a:gd name="connsiteY19" fmla="*/ 4701210 h 6860673"/>
              <a:gd name="connsiteX20" fmla="*/ 692864 w 12218982"/>
              <a:gd name="connsiteY20" fmla="*/ 6679052 h 6860673"/>
              <a:gd name="connsiteX21" fmla="*/ 784515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5278815" y="113616"/>
                  <a:pt x="5143479" y="115764"/>
                  <a:pt x="5011629" y="121918"/>
                </a:cubicBezTo>
                <a:lnTo>
                  <a:pt x="4783396" y="139697"/>
                </a:lnTo>
                <a:lnTo>
                  <a:pt x="4570293" y="145085"/>
                </a:lnTo>
                <a:cubicBezTo>
                  <a:pt x="2859647" y="231798"/>
                  <a:pt x="1397605" y="1260791"/>
                  <a:pt x="692864" y="2723368"/>
                </a:cubicBezTo>
                <a:lnTo>
                  <a:pt x="653810" y="2809752"/>
                </a:lnTo>
                <a:lnTo>
                  <a:pt x="633474" y="2851993"/>
                </a:lnTo>
                <a:cubicBezTo>
                  <a:pt x="600933" y="2920155"/>
                  <a:pt x="575052" y="2977311"/>
                  <a:pt x="551923" y="3041708"/>
                </a:cubicBezTo>
                <a:lnTo>
                  <a:pt x="532245" y="3101107"/>
                </a:lnTo>
                <a:lnTo>
                  <a:pt x="519820" y="3132620"/>
                </a:lnTo>
                <a:cubicBezTo>
                  <a:pt x="340732" y="3621732"/>
                  <a:pt x="242995" y="4150057"/>
                  <a:pt x="242995" y="4701210"/>
                </a:cubicBezTo>
                <a:cubicBezTo>
                  <a:pt x="242995" y="5409836"/>
                  <a:pt x="404560" y="6080725"/>
                  <a:pt x="692864" y="6679052"/>
                </a:cubicBezTo>
                <a:lnTo>
                  <a:pt x="784515"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50000"/>
                </a:schemeClr>
              </a:gs>
              <a:gs pos="77000">
                <a:schemeClr val="accent3">
                  <a:lumMod val="25000"/>
                  <a:alpha val="0"/>
                </a:schemeClr>
              </a:gs>
            </a:gsLst>
            <a:path path="circle">
              <a:fillToRect t="100000" r="100000"/>
            </a:path>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4">
            <a:extLst>
              <a:ext uri="{FF2B5EF4-FFF2-40B4-BE49-F238E27FC236}">
                <a16:creationId xmlns:a16="http://schemas.microsoft.com/office/drawing/2014/main" id="{9AD65933-4DAE-2A46-C7F9-2A20CB244088}"/>
              </a:ext>
            </a:extLst>
          </p:cNvPr>
          <p:cNvSpPr/>
          <p:nvPr userDrawn="1"/>
        </p:nvSpPr>
        <p:spPr>
          <a:xfrm>
            <a:off x="4603793" y="0"/>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41000">
                <a:schemeClr val="accent5">
                  <a:alpha val="21000"/>
                </a:schemeClr>
              </a:gs>
              <a:gs pos="98000">
                <a:schemeClr val="accent5">
                  <a:lumMod val="50000"/>
                </a:schemeClr>
              </a:gs>
            </a:gsLst>
            <a:lin ang="13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5">
            <a:extLst>
              <a:ext uri="{FF2B5EF4-FFF2-40B4-BE49-F238E27FC236}">
                <a16:creationId xmlns:a16="http://schemas.microsoft.com/office/drawing/2014/main" id="{078C0FDD-401B-0E80-5823-215C99BAE6B2}"/>
              </a:ext>
            </a:extLst>
          </p:cNvPr>
          <p:cNvSpPr/>
          <p:nvPr userDrawn="1"/>
        </p:nvSpPr>
        <p:spPr>
          <a:xfrm rot="710202" flipH="1">
            <a:off x="6511239" y="-551340"/>
            <a:ext cx="5838132" cy="3132551"/>
          </a:xfrm>
          <a:custGeom>
            <a:avLst/>
            <a:gdLst>
              <a:gd name="connsiteX0" fmla="*/ 480125 w 6747252"/>
              <a:gd name="connsiteY0" fmla="*/ 0 h 3620355"/>
              <a:gd name="connsiteX1" fmla="*/ 6747252 w 6747252"/>
              <a:gd name="connsiteY1" fmla="*/ 1313462 h 3620355"/>
              <a:gd name="connsiteX2" fmla="*/ 6355443 w 6747252"/>
              <a:gd name="connsiteY2" fmla="*/ 1443581 h 3620355"/>
              <a:gd name="connsiteX3" fmla="*/ 4058536 w 6747252"/>
              <a:gd name="connsiteY3" fmla="*/ 2678500 h 3620355"/>
              <a:gd name="connsiteX4" fmla="*/ 33178 w 6747252"/>
              <a:gd name="connsiteY4" fmla="*/ 2369641 h 3620355"/>
              <a:gd name="connsiteX5" fmla="*/ 0 w 6747252"/>
              <a:gd name="connsiteY5" fmla="*/ 2290898 h 3620355"/>
              <a:gd name="connsiteX6" fmla="*/ 480125 w 6747252"/>
              <a:gd name="connsiteY6" fmla="*/ 0 h 362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47252" h="3620355">
                <a:moveTo>
                  <a:pt x="480125" y="0"/>
                </a:moveTo>
                <a:lnTo>
                  <a:pt x="6747252" y="1313462"/>
                </a:lnTo>
                <a:lnTo>
                  <a:pt x="6355443" y="1443581"/>
                </a:lnTo>
                <a:cubicBezTo>
                  <a:pt x="5476828" y="1758684"/>
                  <a:pt x="4659690" y="2192443"/>
                  <a:pt x="4058536" y="2678500"/>
                </a:cubicBezTo>
                <a:cubicBezTo>
                  <a:pt x="2102261" y="4268418"/>
                  <a:pt x="625747" y="3626023"/>
                  <a:pt x="33178" y="2369641"/>
                </a:cubicBezTo>
                <a:lnTo>
                  <a:pt x="0" y="2290898"/>
                </a:lnTo>
                <a:lnTo>
                  <a:pt x="480125" y="0"/>
                </a:lnTo>
                <a:close/>
              </a:path>
            </a:pathLst>
          </a:custGeom>
          <a:gradFill flip="none" rotWithShape="1">
            <a:gsLst>
              <a:gs pos="100000">
                <a:schemeClr val="accent4">
                  <a:lumMod val="75000"/>
                  <a:alpha val="19000"/>
                </a:schemeClr>
              </a:gs>
              <a:gs pos="0">
                <a:schemeClr val="accent6">
                  <a:alpha val="61994"/>
                </a:schemeClr>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1"/>
              </a:solidFill>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243584" y="2176272"/>
            <a:ext cx="9921240" cy="1481328"/>
          </a:xfrm>
        </p:spPr>
        <p:txBody>
          <a:bodyPr anchor="b">
            <a:no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42611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5693409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Freeform 15">
            <a:extLst>
              <a:ext uri="{FF2B5EF4-FFF2-40B4-BE49-F238E27FC236}">
                <a16:creationId xmlns:a16="http://schemas.microsoft.com/office/drawing/2014/main" id="{079F0D65-9DED-1DC3-6E6D-E4AD5252A007}"/>
              </a:ext>
            </a:extLst>
          </p:cNvPr>
          <p:cNvSpPr/>
          <p:nvPr userDrawn="1"/>
        </p:nvSpPr>
        <p:spPr>
          <a:xfrm rot="16200000" flipV="1">
            <a:off x="6507450" y="1163358"/>
            <a:ext cx="6858000" cy="4531278"/>
          </a:xfrm>
          <a:custGeom>
            <a:avLst/>
            <a:gdLst>
              <a:gd name="connsiteX0" fmla="*/ 6858000 w 6858000"/>
              <a:gd name="connsiteY0" fmla="*/ 3150313 h 3750964"/>
              <a:gd name="connsiteX1" fmla="*/ 6858000 w 6858000"/>
              <a:gd name="connsiteY1" fmla="*/ 0 h 3750964"/>
              <a:gd name="connsiteX2" fmla="*/ 0 w 6858000"/>
              <a:gd name="connsiteY2" fmla="*/ 0 h 3750964"/>
              <a:gd name="connsiteX3" fmla="*/ 0 w 6858000"/>
              <a:gd name="connsiteY3" fmla="*/ 3220894 h 3750964"/>
              <a:gd name="connsiteX4" fmla="*/ 10973 w 6858000"/>
              <a:gd name="connsiteY4" fmla="*/ 3230398 h 3750964"/>
              <a:gd name="connsiteX5" fmla="*/ 1661251 w 6858000"/>
              <a:gd name="connsiteY5" fmla="*/ 3750927 h 3750964"/>
              <a:gd name="connsiteX6" fmla="*/ 4893397 w 6858000"/>
              <a:gd name="connsiteY6" fmla="*/ 2661368 h 3750964"/>
              <a:gd name="connsiteX7" fmla="*/ 6834019 w 6858000"/>
              <a:gd name="connsiteY7" fmla="*/ 3137932 h 3750964"/>
              <a:gd name="connsiteX8" fmla="*/ 6858000 w 6858000"/>
              <a:gd name="connsiteY8" fmla="*/ 3150313 h 3750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3750964">
                <a:moveTo>
                  <a:pt x="6858000" y="3150313"/>
                </a:moveTo>
                <a:lnTo>
                  <a:pt x="6858000" y="0"/>
                </a:lnTo>
                <a:lnTo>
                  <a:pt x="0" y="0"/>
                </a:lnTo>
                <a:lnTo>
                  <a:pt x="0" y="3220894"/>
                </a:lnTo>
                <a:lnTo>
                  <a:pt x="10973" y="3230398"/>
                </a:lnTo>
                <a:cubicBezTo>
                  <a:pt x="366756" y="3514112"/>
                  <a:pt x="933081" y="3754395"/>
                  <a:pt x="1661251" y="3750927"/>
                </a:cubicBezTo>
                <a:cubicBezTo>
                  <a:pt x="2955776" y="3744762"/>
                  <a:pt x="3514049" y="2682714"/>
                  <a:pt x="4893397" y="2661368"/>
                </a:cubicBezTo>
                <a:cubicBezTo>
                  <a:pt x="5755490" y="2648026"/>
                  <a:pt x="6380835" y="2908605"/>
                  <a:pt x="6834019" y="3137932"/>
                </a:cubicBezTo>
                <a:lnTo>
                  <a:pt x="6858000" y="3150313"/>
                </a:lnTo>
                <a:close/>
              </a:path>
            </a:pathLst>
          </a:custGeom>
          <a:solidFill>
            <a:schemeClr val="accent4">
              <a:alpha val="1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18">
            <a:extLst>
              <a:ext uri="{FF2B5EF4-FFF2-40B4-BE49-F238E27FC236}">
                <a16:creationId xmlns:a16="http://schemas.microsoft.com/office/drawing/2014/main" id="{9C605622-8F1F-632F-D5C0-1F2E7875EBA1}"/>
              </a:ext>
            </a:extLst>
          </p:cNvPr>
          <p:cNvSpPr/>
          <p:nvPr userDrawn="1"/>
        </p:nvSpPr>
        <p:spPr>
          <a:xfrm rot="5400000">
            <a:off x="6488397" y="1182411"/>
            <a:ext cx="6858000" cy="4493171"/>
          </a:xfrm>
          <a:custGeom>
            <a:avLst/>
            <a:gdLst>
              <a:gd name="connsiteX0" fmla="*/ 0 w 6858000"/>
              <a:gd name="connsiteY0" fmla="*/ 3300688 h 4744323"/>
              <a:gd name="connsiteX1" fmla="*/ 0 w 6858000"/>
              <a:gd name="connsiteY1" fmla="*/ 0 h 4744323"/>
              <a:gd name="connsiteX2" fmla="*/ 6858000 w 6858000"/>
              <a:gd name="connsiteY2" fmla="*/ 0 h 4744323"/>
              <a:gd name="connsiteX3" fmla="*/ 6858000 w 6858000"/>
              <a:gd name="connsiteY3" fmla="*/ 3130282 h 4744323"/>
              <a:gd name="connsiteX4" fmla="*/ 6685009 w 6858000"/>
              <a:gd name="connsiteY4" fmla="*/ 3177721 h 4744323"/>
              <a:gd name="connsiteX5" fmla="*/ 2944852 w 6858000"/>
              <a:gd name="connsiteY5" fmla="*/ 4744264 h 4744323"/>
              <a:gd name="connsiteX6" fmla="*/ 88593 w 6858000"/>
              <a:gd name="connsiteY6" fmla="*/ 3449517 h 4744323"/>
              <a:gd name="connsiteX7" fmla="*/ 0 w 6858000"/>
              <a:gd name="connsiteY7" fmla="*/ 3300688 h 4744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744323">
                <a:moveTo>
                  <a:pt x="0" y="3300688"/>
                </a:moveTo>
                <a:lnTo>
                  <a:pt x="0" y="0"/>
                </a:lnTo>
                <a:lnTo>
                  <a:pt x="6858000" y="0"/>
                </a:lnTo>
                <a:lnTo>
                  <a:pt x="6858000" y="3130282"/>
                </a:lnTo>
                <a:lnTo>
                  <a:pt x="6685009" y="3177721"/>
                </a:lnTo>
                <a:cubicBezTo>
                  <a:pt x="5333681" y="3615865"/>
                  <a:pt x="4498161" y="4736270"/>
                  <a:pt x="2944852" y="4744264"/>
                </a:cubicBezTo>
                <a:cubicBezTo>
                  <a:pt x="1511029" y="4751644"/>
                  <a:pt x="502120" y="4067469"/>
                  <a:pt x="88593" y="3449517"/>
                </a:cubicBezTo>
                <a:lnTo>
                  <a:pt x="0" y="3300688"/>
                </a:lnTo>
                <a:close/>
              </a:path>
            </a:pathLst>
          </a:custGeom>
          <a:gradFill flip="none" rotWithShape="1">
            <a:gsLst>
              <a:gs pos="4000">
                <a:schemeClr val="accent2">
                  <a:alpha val="23589"/>
                </a:schemeClr>
              </a:gs>
              <a:gs pos="79000">
                <a:schemeClr val="accent5">
                  <a:lumMod val="50000"/>
                  <a:alpha val="5218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12">
            <a:extLst>
              <a:ext uri="{FF2B5EF4-FFF2-40B4-BE49-F238E27FC236}">
                <a16:creationId xmlns:a16="http://schemas.microsoft.com/office/drawing/2014/main" id="{919AB4B2-2D3A-FCB5-0314-CC465BCC0E5D}"/>
              </a:ext>
            </a:extLst>
          </p:cNvPr>
          <p:cNvSpPr/>
          <p:nvPr userDrawn="1"/>
        </p:nvSpPr>
        <p:spPr>
          <a:xfrm rot="5400000">
            <a:off x="6926379" y="1582290"/>
            <a:ext cx="6858001" cy="3693421"/>
          </a:xfrm>
          <a:custGeom>
            <a:avLst/>
            <a:gdLst>
              <a:gd name="connsiteX0" fmla="*/ 0 w 6858001"/>
              <a:gd name="connsiteY0" fmla="*/ 3437558 h 3693421"/>
              <a:gd name="connsiteX1" fmla="*/ 0 w 6858001"/>
              <a:gd name="connsiteY1" fmla="*/ 0 h 3693421"/>
              <a:gd name="connsiteX2" fmla="*/ 6858001 w 6858001"/>
              <a:gd name="connsiteY2" fmla="*/ 0 h 3693421"/>
              <a:gd name="connsiteX3" fmla="*/ 6858001 w 6858001"/>
              <a:gd name="connsiteY3" fmla="*/ 1982949 h 3693421"/>
              <a:gd name="connsiteX4" fmla="*/ 6594582 w 6858001"/>
              <a:gd name="connsiteY4" fmla="*/ 1960784 h 3693421"/>
              <a:gd name="connsiteX5" fmla="*/ 6223032 w 6858001"/>
              <a:gd name="connsiteY5" fmla="*/ 1954544 h 3693421"/>
              <a:gd name="connsiteX6" fmla="*/ 1449771 w 6858001"/>
              <a:gd name="connsiteY6" fmla="*/ 3693362 h 3693421"/>
              <a:gd name="connsiteX7" fmla="*/ 163899 w 6858001"/>
              <a:gd name="connsiteY7" fmla="*/ 3498289 h 3693421"/>
              <a:gd name="connsiteX8" fmla="*/ 0 w 6858001"/>
              <a:gd name="connsiteY8" fmla="*/ 3437558 h 36934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1" h="3693421">
                <a:moveTo>
                  <a:pt x="0" y="3437558"/>
                </a:moveTo>
                <a:lnTo>
                  <a:pt x="0" y="0"/>
                </a:lnTo>
                <a:lnTo>
                  <a:pt x="6858001" y="0"/>
                </a:lnTo>
                <a:lnTo>
                  <a:pt x="6858001" y="1982949"/>
                </a:lnTo>
                <a:lnTo>
                  <a:pt x="6594582" y="1960784"/>
                </a:lnTo>
                <a:cubicBezTo>
                  <a:pt x="6474164" y="1954657"/>
                  <a:pt x="6350346" y="1952415"/>
                  <a:pt x="6223032" y="1954544"/>
                </a:cubicBezTo>
                <a:cubicBezTo>
                  <a:pt x="4185999" y="1988612"/>
                  <a:pt x="3361537" y="3683524"/>
                  <a:pt x="1449771" y="3693362"/>
                </a:cubicBezTo>
                <a:cubicBezTo>
                  <a:pt x="971830" y="3695822"/>
                  <a:pt x="541102" y="3621442"/>
                  <a:pt x="163899" y="3498289"/>
                </a:cubicBezTo>
                <a:lnTo>
                  <a:pt x="0" y="3437558"/>
                </a:lnTo>
                <a:close/>
              </a:path>
            </a:pathLst>
          </a:custGeom>
          <a:gradFill>
            <a:gsLst>
              <a:gs pos="84000">
                <a:schemeClr val="accent4">
                  <a:alpha val="20000"/>
                </a:schemeClr>
              </a:gs>
              <a:gs pos="1000">
                <a:schemeClr val="accent6">
                  <a:alpha val="38000"/>
                </a:schemeClr>
              </a:gs>
              <a:gs pos="100000">
                <a:schemeClr val="accent6">
                  <a:alpha val="3349"/>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Slide Number Placeholder 7">
            <a:extLst>
              <a:ext uri="{FF2B5EF4-FFF2-40B4-BE49-F238E27FC236}">
                <a16:creationId xmlns:a16="http://schemas.microsoft.com/office/drawing/2014/main" id="{692257B9-FE58-1976-7115-17E05E5819EA}"/>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7" name="Footer Placeholder 6">
            <a:extLst>
              <a:ext uri="{FF2B5EF4-FFF2-40B4-BE49-F238E27FC236}">
                <a16:creationId xmlns:a16="http://schemas.microsoft.com/office/drawing/2014/main" id="{BAF040BB-6465-852C-B53C-074E90BB09D1}"/>
              </a:ext>
            </a:extLst>
          </p:cNvPr>
          <p:cNvSpPr>
            <a:spLocks noGrp="1"/>
          </p:cNvSpPr>
          <p:nvPr>
            <p:ph type="ftr" sz="quarter" idx="10"/>
          </p:nvPr>
        </p:nvSpPr>
        <p:spPr/>
        <p:txBody>
          <a:bodyPr>
            <a:noAutofit/>
          </a:bodyPr>
          <a:lstStyle/>
          <a:p>
            <a:r>
              <a:rPr lang="en-US"/>
              <a:t>Crypto: investing &amp; trading</a:t>
            </a: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536192" y="832104"/>
            <a:ext cx="8878824" cy="1069848"/>
          </a:xfrm>
        </p:spPr>
        <p:txBody>
          <a:bodyPr anchor="b">
            <a:no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536192" y="2212848"/>
            <a:ext cx="6422136" cy="3282696"/>
          </a:xfrm>
        </p:spPr>
        <p:txBody>
          <a:bodyPr>
            <a:noAutofit/>
          </a:bodyPr>
          <a:lstStyle>
            <a:lvl1pPr marL="347472">
              <a:lnSpc>
                <a:spcPct val="150000"/>
              </a:lnSpc>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6316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Introduction">
    <p:spTree>
      <p:nvGrpSpPr>
        <p:cNvPr id="1" name=""/>
        <p:cNvGrpSpPr/>
        <p:nvPr/>
      </p:nvGrpSpPr>
      <p:grpSpPr>
        <a:xfrm>
          <a:off x="0" y="0"/>
          <a:ext cx="0" cy="0"/>
          <a:chOff x="0" y="0"/>
          <a:chExt cx="0" cy="0"/>
        </a:xfrm>
      </p:grpSpPr>
      <p:sp>
        <p:nvSpPr>
          <p:cNvPr id="25" name="Freeform: Shape 24">
            <a:extLst>
              <a:ext uri="{FF2B5EF4-FFF2-40B4-BE49-F238E27FC236}">
                <a16:creationId xmlns:a16="http://schemas.microsoft.com/office/drawing/2014/main" id="{9BE68DE5-FB8F-C713-B589-69851789C6C5}"/>
              </a:ext>
            </a:extLst>
          </p:cNvPr>
          <p:cNvSpPr/>
          <p:nvPr userDrawn="1"/>
        </p:nvSpPr>
        <p:spPr>
          <a:xfrm>
            <a:off x="1" y="4852144"/>
            <a:ext cx="5681755" cy="2002200"/>
          </a:xfrm>
          <a:custGeom>
            <a:avLst/>
            <a:gdLst>
              <a:gd name="connsiteX0" fmla="*/ 320629 w 5681755"/>
              <a:gd name="connsiteY0" fmla="*/ 0 h 2002200"/>
              <a:gd name="connsiteX1" fmla="*/ 375829 w 5681755"/>
              <a:gd name="connsiteY1" fmla="*/ 158026 h 2002200"/>
              <a:gd name="connsiteX2" fmla="*/ 897491 w 5681755"/>
              <a:gd name="connsiteY2" fmla="*/ 961690 h 2002200"/>
              <a:gd name="connsiteX3" fmla="*/ 4054478 w 5681755"/>
              <a:gd name="connsiteY3" fmla="*/ 1474149 h 2002200"/>
              <a:gd name="connsiteX4" fmla="*/ 5679398 w 5681755"/>
              <a:gd name="connsiteY4" fmla="*/ 1986034 h 2002200"/>
              <a:gd name="connsiteX5" fmla="*/ 5681755 w 5681755"/>
              <a:gd name="connsiteY5" fmla="*/ 2002200 h 2002200"/>
              <a:gd name="connsiteX6" fmla="*/ 0 w 5681755"/>
              <a:gd name="connsiteY6" fmla="*/ 1989323 h 2002200"/>
              <a:gd name="connsiteX7" fmla="*/ 0 w 5681755"/>
              <a:gd name="connsiteY7" fmla="*/ 1952135 h 200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681755" h="2002200">
                <a:moveTo>
                  <a:pt x="320629" y="0"/>
                </a:moveTo>
                <a:lnTo>
                  <a:pt x="375829" y="158026"/>
                </a:lnTo>
                <a:cubicBezTo>
                  <a:pt x="503741" y="486192"/>
                  <a:pt x="688117" y="753054"/>
                  <a:pt x="897491" y="961690"/>
                </a:cubicBezTo>
                <a:cubicBezTo>
                  <a:pt x="1455821" y="1518049"/>
                  <a:pt x="3033468" y="1694058"/>
                  <a:pt x="4054478" y="1474149"/>
                </a:cubicBezTo>
                <a:cubicBezTo>
                  <a:pt x="5094564" y="1247948"/>
                  <a:pt x="5587838" y="1548928"/>
                  <a:pt x="5679398" y="1986034"/>
                </a:cubicBezTo>
                <a:lnTo>
                  <a:pt x="5681755" y="2002200"/>
                </a:lnTo>
                <a:lnTo>
                  <a:pt x="0" y="1989323"/>
                </a:lnTo>
                <a:lnTo>
                  <a:pt x="0" y="1952135"/>
                </a:lnTo>
                <a:close/>
              </a:path>
            </a:pathLst>
          </a:custGeom>
          <a:gradFill flip="none" rotWithShape="1">
            <a:gsLst>
              <a:gs pos="77000">
                <a:schemeClr val="accent3">
                  <a:lumMod val="25000"/>
                  <a:alpha val="0"/>
                </a:schemeClr>
              </a:gs>
              <a:gs pos="0">
                <a:schemeClr val="tx2">
                  <a:alpha val="70774"/>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22" name="Freeform: Shape 21">
            <a:extLst>
              <a:ext uri="{FF2B5EF4-FFF2-40B4-BE49-F238E27FC236}">
                <a16:creationId xmlns:a16="http://schemas.microsoft.com/office/drawing/2014/main" id="{76B337A9-EA8E-4E30-3CF4-C681F9705934}"/>
              </a:ext>
            </a:extLst>
          </p:cNvPr>
          <p:cNvSpPr/>
          <p:nvPr userDrawn="1"/>
        </p:nvSpPr>
        <p:spPr>
          <a:xfrm>
            <a:off x="1" y="0"/>
            <a:ext cx="6392389" cy="3297866"/>
          </a:xfrm>
          <a:custGeom>
            <a:avLst/>
            <a:gdLst>
              <a:gd name="connsiteX0" fmla="*/ 0 w 6392389"/>
              <a:gd name="connsiteY0" fmla="*/ 0 h 3297866"/>
              <a:gd name="connsiteX1" fmla="*/ 6392389 w 6392389"/>
              <a:gd name="connsiteY1" fmla="*/ 0 h 3297866"/>
              <a:gd name="connsiteX2" fmla="*/ 6039257 w 6392389"/>
              <a:gd name="connsiteY2" fmla="*/ 205593 h 3297866"/>
              <a:gd name="connsiteX3" fmla="*/ 4044501 w 6392389"/>
              <a:gd name="connsiteY3" fmla="*/ 1885401 h 3297866"/>
              <a:gd name="connsiteX4" fmla="*/ 41384 w 6392389"/>
              <a:gd name="connsiteY4" fmla="*/ 2408804 h 3297866"/>
              <a:gd name="connsiteX5" fmla="*/ 0 w 6392389"/>
              <a:gd name="connsiteY5" fmla="*/ 2349004 h 3297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392389" h="3297866">
                <a:moveTo>
                  <a:pt x="0" y="0"/>
                </a:moveTo>
                <a:lnTo>
                  <a:pt x="6392389" y="0"/>
                </a:lnTo>
                <a:lnTo>
                  <a:pt x="6039257" y="205593"/>
                </a:lnTo>
                <a:cubicBezTo>
                  <a:pt x="5243960" y="694220"/>
                  <a:pt x="4533171" y="1286369"/>
                  <a:pt x="4044501" y="1885401"/>
                </a:cubicBezTo>
                <a:cubicBezTo>
                  <a:pt x="2455953" y="3842789"/>
                  <a:pt x="879065" y="3516921"/>
                  <a:pt x="41384" y="2408804"/>
                </a:cubicBezTo>
                <a:lnTo>
                  <a:pt x="0" y="2349004"/>
                </a:lnTo>
                <a:close/>
              </a:path>
            </a:pathLst>
          </a:custGeom>
          <a:gradFill flip="none" rotWithShape="1">
            <a:gsLst>
              <a:gs pos="20000">
                <a:schemeClr val="accent3">
                  <a:lumMod val="25000"/>
                </a:schemeClr>
              </a:gs>
              <a:gs pos="100000">
                <a:schemeClr val="tx2">
                  <a:alpha val="54000"/>
                </a:schemeClr>
              </a:gs>
            </a:gsLst>
            <a:lin ang="10200000" scaled="0"/>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5" name="Freeform: Shape 14">
            <a:extLst>
              <a:ext uri="{FF2B5EF4-FFF2-40B4-BE49-F238E27FC236}">
                <a16:creationId xmlns:a16="http://schemas.microsoft.com/office/drawing/2014/main" id="{3385D1DB-F6B1-8F65-1FDB-5CDD731A6DFC}"/>
              </a:ext>
            </a:extLst>
          </p:cNvPr>
          <p:cNvSpPr/>
          <p:nvPr userDrawn="1"/>
        </p:nvSpPr>
        <p:spPr>
          <a:xfrm>
            <a:off x="9517205" y="2"/>
            <a:ext cx="2674794" cy="6857999"/>
          </a:xfrm>
          <a:custGeom>
            <a:avLst/>
            <a:gdLst>
              <a:gd name="connsiteX0" fmla="*/ 2674793 w 2674794"/>
              <a:gd name="connsiteY0" fmla="*/ 0 h 6857999"/>
              <a:gd name="connsiteX1" fmla="*/ 2674794 w 2674794"/>
              <a:gd name="connsiteY1" fmla="*/ 6857999 h 6857999"/>
              <a:gd name="connsiteX2" fmla="*/ 1158844 w 2674794"/>
              <a:gd name="connsiteY2" fmla="*/ 6857999 h 6857999"/>
              <a:gd name="connsiteX3" fmla="*/ 1212639 w 2674794"/>
              <a:gd name="connsiteY3" fmla="*/ 6771304 h 6857999"/>
              <a:gd name="connsiteX4" fmla="*/ 1327460 w 2674794"/>
              <a:gd name="connsiteY4" fmla="*/ 6554527 h 6857999"/>
              <a:gd name="connsiteX5" fmla="*/ 545566 w 2674794"/>
              <a:gd name="connsiteY5" fmla="*/ 2293136 h 6857999"/>
              <a:gd name="connsiteX6" fmla="*/ 381787 w 2674794"/>
              <a:gd name="connsiteY6" fmla="*/ 3827 h 6857999"/>
              <a:gd name="connsiteX7" fmla="*/ 386161 w 2674794"/>
              <a:gd name="connsiteY7" fmla="*/ 0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74794" h="6857999">
                <a:moveTo>
                  <a:pt x="2674793" y="0"/>
                </a:moveTo>
                <a:lnTo>
                  <a:pt x="2674794" y="6857999"/>
                </a:lnTo>
                <a:lnTo>
                  <a:pt x="1158844" y="6857999"/>
                </a:lnTo>
                <a:lnTo>
                  <a:pt x="1212639" y="6771304"/>
                </a:lnTo>
                <a:cubicBezTo>
                  <a:pt x="1256917" y="6696480"/>
                  <a:pt x="1295401" y="6624001"/>
                  <a:pt x="1327460" y="6554527"/>
                </a:cubicBezTo>
                <a:cubicBezTo>
                  <a:pt x="1840424" y="5442926"/>
                  <a:pt x="1337703" y="3374924"/>
                  <a:pt x="545566" y="2293136"/>
                </a:cubicBezTo>
                <a:cubicBezTo>
                  <a:pt x="-210423" y="1266170"/>
                  <a:pt x="-98154" y="469786"/>
                  <a:pt x="381787" y="3827"/>
                </a:cubicBezTo>
                <a:lnTo>
                  <a:pt x="386161" y="0"/>
                </a:lnTo>
                <a:close/>
              </a:path>
            </a:pathLst>
          </a:custGeom>
          <a:solidFill>
            <a:schemeClr val="tx2">
              <a:alpha val="32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1" name="glass card">
            <a:extLst>
              <a:ext uri="{FF2B5EF4-FFF2-40B4-BE49-F238E27FC236}">
                <a16:creationId xmlns:a16="http://schemas.microsoft.com/office/drawing/2014/main" id="{BAC99002-32F5-F4C1-2519-F23274B0580C}"/>
              </a:ext>
            </a:extLst>
          </p:cNvPr>
          <p:cNvSpPr/>
          <p:nvPr userDrawn="1"/>
        </p:nvSpPr>
        <p:spPr>
          <a:xfrm>
            <a:off x="1365705" y="1005155"/>
            <a:ext cx="9243233" cy="4978750"/>
          </a:xfrm>
          <a:prstGeom prst="roundRect">
            <a:avLst>
              <a:gd name="adj" fmla="val 6806"/>
            </a:avLst>
          </a:prstGeom>
          <a:gradFill>
            <a:gsLst>
              <a:gs pos="100000">
                <a:schemeClr val="bg1">
                  <a:alpha val="3000"/>
                </a:schemeClr>
              </a:gs>
              <a:gs pos="47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7" name="Freeform: Shape 26">
            <a:extLst>
              <a:ext uri="{FF2B5EF4-FFF2-40B4-BE49-F238E27FC236}">
                <a16:creationId xmlns:a16="http://schemas.microsoft.com/office/drawing/2014/main" id="{0DF239B3-DB66-3CD4-1BFE-4EBA82BC4A44}"/>
              </a:ext>
            </a:extLst>
          </p:cNvPr>
          <p:cNvSpPr/>
          <p:nvPr userDrawn="1"/>
        </p:nvSpPr>
        <p:spPr>
          <a:xfrm>
            <a:off x="0" y="5255333"/>
            <a:ext cx="2769194" cy="1602667"/>
          </a:xfrm>
          <a:custGeom>
            <a:avLst/>
            <a:gdLst>
              <a:gd name="connsiteX0" fmla="*/ 0 w 2769194"/>
              <a:gd name="connsiteY0" fmla="*/ 0 h 1602667"/>
              <a:gd name="connsiteX1" fmla="*/ 93250 w 2769194"/>
              <a:gd name="connsiteY1" fmla="*/ 101565 h 1602667"/>
              <a:gd name="connsiteX2" fmla="*/ 2646213 w 2769194"/>
              <a:gd name="connsiteY2" fmla="*/ 1567071 h 1602667"/>
              <a:gd name="connsiteX3" fmla="*/ 2769194 w 2769194"/>
              <a:gd name="connsiteY3" fmla="*/ 1602667 h 1602667"/>
              <a:gd name="connsiteX4" fmla="*/ 0 w 2769194"/>
              <a:gd name="connsiteY4" fmla="*/ 1602667 h 1602667"/>
              <a:gd name="connsiteX5" fmla="*/ 0 w 2769194"/>
              <a:gd name="connsiteY5" fmla="*/ 807120 h 1602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69194" h="1602667">
                <a:moveTo>
                  <a:pt x="0" y="0"/>
                </a:moveTo>
                <a:lnTo>
                  <a:pt x="93250" y="101565"/>
                </a:lnTo>
                <a:cubicBezTo>
                  <a:pt x="702540" y="735306"/>
                  <a:pt x="1672588" y="1259605"/>
                  <a:pt x="2646213" y="1567071"/>
                </a:cubicBezTo>
                <a:lnTo>
                  <a:pt x="2769194" y="1602667"/>
                </a:lnTo>
                <a:lnTo>
                  <a:pt x="0" y="1602667"/>
                </a:lnTo>
                <a:lnTo>
                  <a:pt x="0" y="807120"/>
                </a:lnTo>
                <a:close/>
              </a:path>
            </a:pathLst>
          </a:custGeom>
          <a:gradFill flip="none" rotWithShape="1">
            <a:gsLst>
              <a:gs pos="60000">
                <a:schemeClr val="accent3">
                  <a:alpha val="45000"/>
                </a:schemeClr>
              </a:gs>
              <a:gs pos="99000">
                <a:schemeClr val="accent5">
                  <a:alpha val="66721"/>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7169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1524000" y="2029968"/>
            <a:ext cx="9144000" cy="1069848"/>
          </a:xfrm>
        </p:spPr>
        <p:txBody>
          <a:bodyPr anchor="b">
            <a:noAutofit/>
          </a:bodyPr>
          <a:lstStyle>
            <a:lvl1pPr algn="ctr">
              <a:defRPr sz="48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560320" y="3803904"/>
            <a:ext cx="7068312" cy="758952"/>
          </a:xfrm>
        </p:spPr>
        <p:txBody>
          <a:bodyPr>
            <a:no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reeform 3">
            <a:extLst>
              <a:ext uri="{FF2B5EF4-FFF2-40B4-BE49-F238E27FC236}">
                <a16:creationId xmlns:a16="http://schemas.microsoft.com/office/drawing/2014/main" id="{F1F20C20-DE23-6FE7-74A0-517218ACED7A}"/>
              </a:ext>
            </a:extLst>
          </p:cNvPr>
          <p:cNvSpPr/>
          <p:nvPr userDrawn="1"/>
        </p:nvSpPr>
        <p:spPr>
          <a:xfrm rot="10800000">
            <a:off x="-1" y="5019503"/>
            <a:ext cx="9676770" cy="18384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29177"/>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4">
            <a:extLst>
              <a:ext uri="{FF2B5EF4-FFF2-40B4-BE49-F238E27FC236}">
                <a16:creationId xmlns:a16="http://schemas.microsoft.com/office/drawing/2014/main" id="{98E2EA35-4179-2438-E1D1-02EFA8830FF9}"/>
              </a:ext>
            </a:extLst>
          </p:cNvPr>
          <p:cNvSpPr/>
          <p:nvPr userDrawn="1"/>
        </p:nvSpPr>
        <p:spPr>
          <a:xfrm flipV="1">
            <a:off x="2763044" y="6076116"/>
            <a:ext cx="3946673" cy="781884"/>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accent4">
                  <a:lumMod val="75000"/>
                  <a:alpha val="46295"/>
                </a:schemeClr>
              </a:gs>
              <a:gs pos="33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5">
            <a:extLst>
              <a:ext uri="{FF2B5EF4-FFF2-40B4-BE49-F238E27FC236}">
                <a16:creationId xmlns:a16="http://schemas.microsoft.com/office/drawing/2014/main" id="{A7C0B16B-87E9-E92C-62F3-D1844BEE5B2D}"/>
              </a:ext>
            </a:extLst>
          </p:cNvPr>
          <p:cNvSpPr/>
          <p:nvPr userDrawn="1"/>
        </p:nvSpPr>
        <p:spPr>
          <a:xfrm rot="10800000">
            <a:off x="5393054" y="601597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2" name="Freeform 6">
            <a:extLst>
              <a:ext uri="{FF2B5EF4-FFF2-40B4-BE49-F238E27FC236}">
                <a16:creationId xmlns:a16="http://schemas.microsoft.com/office/drawing/2014/main" id="{51F4118C-3B46-F20B-EF12-E16F7513844C}"/>
              </a:ext>
            </a:extLst>
          </p:cNvPr>
          <p:cNvSpPr/>
          <p:nvPr userDrawn="1"/>
        </p:nvSpPr>
        <p:spPr>
          <a:xfrm rot="10800000" flipH="1">
            <a:off x="-2688" y="5263861"/>
            <a:ext cx="12192000" cy="1599109"/>
          </a:xfrm>
          <a:custGeom>
            <a:avLst/>
            <a:gdLst>
              <a:gd name="connsiteX0" fmla="*/ 1373073 w 12192000"/>
              <a:gd name="connsiteY0" fmla="*/ 1599066 h 1599109"/>
              <a:gd name="connsiteX1" fmla="*/ 4901233 w 12192000"/>
              <a:gd name="connsiteY1" fmla="*/ 313816 h 1599109"/>
              <a:gd name="connsiteX2" fmla="*/ 7629483 w 12192000"/>
              <a:gd name="connsiteY2" fmla="*/ 1209099 h 1599109"/>
              <a:gd name="connsiteX3" fmla="*/ 7664573 w 12192000"/>
              <a:gd name="connsiteY3" fmla="*/ 1222798 h 1599109"/>
              <a:gd name="connsiteX4" fmla="*/ 7753536 w 12192000"/>
              <a:gd name="connsiteY4" fmla="*/ 1277391 h 1599109"/>
              <a:gd name="connsiteX5" fmla="*/ 9091947 w 12192000"/>
              <a:gd name="connsiteY5" fmla="*/ 1582567 h 1599109"/>
              <a:gd name="connsiteX6" fmla="*/ 12094171 w 12192000"/>
              <a:gd name="connsiteY6" fmla="*/ 359476 h 1599109"/>
              <a:gd name="connsiteX7" fmla="*/ 12192000 w 12192000"/>
              <a:gd name="connsiteY7" fmla="*/ 342643 h 1599109"/>
              <a:gd name="connsiteX8" fmla="*/ 12192000 w 12192000"/>
              <a:gd name="connsiteY8" fmla="*/ 0 h 1599109"/>
              <a:gd name="connsiteX9" fmla="*/ 0 w 12192000"/>
              <a:gd name="connsiteY9" fmla="*/ 0 h 1599109"/>
              <a:gd name="connsiteX10" fmla="*/ 0 w 12192000"/>
              <a:gd name="connsiteY10" fmla="*/ 1274406 h 1599109"/>
              <a:gd name="connsiteX11" fmla="*/ 34662 w 12192000"/>
              <a:gd name="connsiteY11" fmla="*/ 1293889 h 1599109"/>
              <a:gd name="connsiteX12" fmla="*/ 1373073 w 12192000"/>
              <a:gd name="connsiteY12" fmla="*/ 1599066 h 1599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192000" h="1599109">
                <a:moveTo>
                  <a:pt x="1373073" y="1599066"/>
                </a:moveTo>
                <a:cubicBezTo>
                  <a:pt x="2786156" y="1591793"/>
                  <a:pt x="3395560" y="338997"/>
                  <a:pt x="4901233" y="313816"/>
                </a:cubicBezTo>
                <a:cubicBezTo>
                  <a:pt x="6312803" y="290208"/>
                  <a:pt x="7142906" y="993618"/>
                  <a:pt x="7629483" y="1209099"/>
                </a:cubicBezTo>
                <a:lnTo>
                  <a:pt x="7664573" y="1222798"/>
                </a:lnTo>
                <a:lnTo>
                  <a:pt x="7753536" y="1277391"/>
                </a:lnTo>
                <a:cubicBezTo>
                  <a:pt x="8110655" y="1460232"/>
                  <a:pt x="8562041" y="1585295"/>
                  <a:pt x="9091947" y="1582567"/>
                </a:cubicBezTo>
                <a:cubicBezTo>
                  <a:pt x="10328396" y="1576205"/>
                  <a:pt x="10949524" y="616237"/>
                  <a:pt x="12094171" y="359476"/>
                </a:cubicBezTo>
                <a:lnTo>
                  <a:pt x="12192000" y="342643"/>
                </a:lnTo>
                <a:lnTo>
                  <a:pt x="12192000" y="0"/>
                </a:lnTo>
                <a:lnTo>
                  <a:pt x="0" y="0"/>
                </a:lnTo>
                <a:lnTo>
                  <a:pt x="0" y="1274406"/>
                </a:lnTo>
                <a:lnTo>
                  <a:pt x="34662" y="1293889"/>
                </a:lnTo>
                <a:cubicBezTo>
                  <a:pt x="391780" y="1476730"/>
                  <a:pt x="843167" y="1601794"/>
                  <a:pt x="1373073" y="1599066"/>
                </a:cubicBezTo>
                <a:close/>
              </a:path>
            </a:pathLst>
          </a:custGeom>
          <a:gradFill flip="none" rotWithShape="1">
            <a:gsLst>
              <a:gs pos="0">
                <a:schemeClr val="accent6">
                  <a:alpha val="69328"/>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3" name="Straight Connector 12">
            <a:extLst>
              <a:ext uri="{FF2B5EF4-FFF2-40B4-BE49-F238E27FC236}">
                <a16:creationId xmlns:a16="http://schemas.microsoft.com/office/drawing/2014/main" id="{CD0F8AA9-2207-2D4C-C2E0-FEF14E2D9ACF}"/>
              </a:ext>
            </a:extLst>
          </p:cNvPr>
          <p:cNvCxnSpPr>
            <a:cxnSpLocks/>
          </p:cNvCxnSpPr>
          <p:nvPr userDrawn="1"/>
        </p:nvCxnSpPr>
        <p:spPr>
          <a:xfrm rot="5400000">
            <a:off x="6095999" y="2597191"/>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2753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hart or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p:txBody>
          <a:bodyPr anchor="b">
            <a:noAutofit/>
          </a:bodyPr>
          <a:lstStyle>
            <a:lvl1pPr algn="ct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4">
            <a:extLst>
              <a:ext uri="{FF2B5EF4-FFF2-40B4-BE49-F238E27FC236}">
                <a16:creationId xmlns:a16="http://schemas.microsoft.com/office/drawing/2014/main" id="{4A4F769D-48D3-2655-40A4-674F657B741D}"/>
              </a:ext>
            </a:extLst>
          </p:cNvPr>
          <p:cNvSpPr>
            <a:spLocks noGrp="1"/>
          </p:cNvSpPr>
          <p:nvPr>
            <p:ph type="sldNum" sz="quarter" idx="11"/>
          </p:nvPr>
        </p:nvSpPr>
        <p:spPr/>
        <p:txBody>
          <a:bodyPr>
            <a:noAutofit/>
          </a:bodyPr>
          <a:lstStyle/>
          <a:p>
            <a:fld id="{294A09A9-5501-47C1-A89A-A340965A2BE2}" type="slidenum">
              <a:rPr lang="en-US" smtClean="0"/>
              <a:pPr/>
              <a:t>‹#›</a:t>
            </a:fld>
            <a:endParaRPr lang="en-US" dirty="0"/>
          </a:p>
        </p:txBody>
      </p:sp>
      <p:sp>
        <p:nvSpPr>
          <p:cNvPr id="4" name="Footer Placeholder 3">
            <a:extLst>
              <a:ext uri="{FF2B5EF4-FFF2-40B4-BE49-F238E27FC236}">
                <a16:creationId xmlns:a16="http://schemas.microsoft.com/office/drawing/2014/main" id="{33FA0756-78EA-68DD-4650-F40EF5F2520E}"/>
              </a:ext>
            </a:extLst>
          </p:cNvPr>
          <p:cNvSpPr>
            <a:spLocks noGrp="1"/>
          </p:cNvSpPr>
          <p:nvPr>
            <p:ph type="ftr" sz="quarter" idx="10"/>
          </p:nvPr>
        </p:nvSpPr>
        <p:spPr/>
        <p:txBody>
          <a:bodyPr>
            <a:noAutofit/>
          </a:bodyPr>
          <a:lstStyle/>
          <a:p>
            <a:r>
              <a:rPr lang="en-US"/>
              <a:t>Crypto: investing &amp; trading</a:t>
            </a:r>
            <a:endParaRPr lang="en-US" dirty="0"/>
          </a:p>
        </p:txBody>
      </p:sp>
    </p:spTree>
    <p:extLst>
      <p:ext uri="{BB962C8B-B14F-4D97-AF65-F5344CB8AC3E}">
        <p14:creationId xmlns:p14="http://schemas.microsoft.com/office/powerpoint/2010/main" val="7345340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Quote">
    <p:spTree>
      <p:nvGrpSpPr>
        <p:cNvPr id="1" name=""/>
        <p:cNvGrpSpPr/>
        <p:nvPr/>
      </p:nvGrpSpPr>
      <p:grpSpPr>
        <a:xfrm>
          <a:off x="0" y="0"/>
          <a:ext cx="0" cy="0"/>
          <a:chOff x="0" y="0"/>
          <a:chExt cx="0" cy="0"/>
        </a:xfrm>
      </p:grpSpPr>
      <p:sp>
        <p:nvSpPr>
          <p:cNvPr id="21" name="Freeform 6">
            <a:extLst>
              <a:ext uri="{FF2B5EF4-FFF2-40B4-BE49-F238E27FC236}">
                <a16:creationId xmlns:a16="http://schemas.microsoft.com/office/drawing/2014/main" id="{77AD3460-2264-3A46-993B-9F2AACED0504}"/>
              </a:ext>
            </a:extLst>
          </p:cNvPr>
          <p:cNvSpPr/>
          <p:nvPr userDrawn="1"/>
        </p:nvSpPr>
        <p:spPr>
          <a:xfrm rot="10800000">
            <a:off x="5393054" y="5650992"/>
            <a:ext cx="6821472" cy="1207007"/>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Freeform 7">
            <a:extLst>
              <a:ext uri="{FF2B5EF4-FFF2-40B4-BE49-F238E27FC236}">
                <a16:creationId xmlns:a16="http://schemas.microsoft.com/office/drawing/2014/main" id="{BBBF3E9C-CCEA-98FA-7F69-55AF07558021}"/>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9">
            <a:extLst>
              <a:ext uri="{FF2B5EF4-FFF2-40B4-BE49-F238E27FC236}">
                <a16:creationId xmlns:a16="http://schemas.microsoft.com/office/drawing/2014/main" id="{4F937A84-95EC-EB44-470A-C82AD8E99897}"/>
              </a:ext>
            </a:extLst>
          </p:cNvPr>
          <p:cNvSpPr/>
          <p:nvPr userDrawn="1"/>
        </p:nvSpPr>
        <p:spPr>
          <a:xfrm>
            <a:off x="-24334" y="0"/>
            <a:ext cx="12218982" cy="6860673"/>
          </a:xfrm>
          <a:custGeom>
            <a:avLst/>
            <a:gdLst>
              <a:gd name="connsiteX0" fmla="*/ 4456 w 12218982"/>
              <a:gd name="connsiteY0" fmla="*/ 0 h 6860673"/>
              <a:gd name="connsiteX1" fmla="*/ 3150735 w 12218982"/>
              <a:gd name="connsiteY1" fmla="*/ 0 h 6860673"/>
              <a:gd name="connsiteX2" fmla="*/ 3150734 w 12218982"/>
              <a:gd name="connsiteY2" fmla="*/ 1 h 6860673"/>
              <a:gd name="connsiteX3" fmla="*/ 3275209 w 12218982"/>
              <a:gd name="connsiteY3" fmla="*/ 1 h 6860673"/>
              <a:gd name="connsiteX4" fmla="*/ 3275209 w 12218982"/>
              <a:gd name="connsiteY4" fmla="*/ 0 h 6860673"/>
              <a:gd name="connsiteX5" fmla="*/ 12218982 w 12218982"/>
              <a:gd name="connsiteY5" fmla="*/ 0 h 6860673"/>
              <a:gd name="connsiteX6" fmla="*/ 12218982 w 12218982"/>
              <a:gd name="connsiteY6" fmla="*/ 1983013 h 6860673"/>
              <a:gd name="connsiteX7" fmla="*/ 12062259 w 12218982"/>
              <a:gd name="connsiteY7" fmla="*/ 2024385 h 6860673"/>
              <a:gd name="connsiteX8" fmla="*/ 10972986 w 12218982"/>
              <a:gd name="connsiteY8" fmla="*/ 2139627 h 6860673"/>
              <a:gd name="connsiteX9" fmla="*/ 5417726 w 12218982"/>
              <a:gd name="connsiteY9" fmla="*/ 115939 h 6860673"/>
              <a:gd name="connsiteX10" fmla="*/ 3916598 w 12218982"/>
              <a:gd name="connsiteY10" fmla="*/ 272807 h 6860673"/>
              <a:gd name="connsiteX11" fmla="*/ 3863345 w 12218982"/>
              <a:gd name="connsiteY11" fmla="*/ 286233 h 6860673"/>
              <a:gd name="connsiteX12" fmla="*/ 3729781 w 12218982"/>
              <a:gd name="connsiteY12" fmla="*/ 323286 h 6860673"/>
              <a:gd name="connsiteX13" fmla="*/ 1717096 w 12218982"/>
              <a:gd name="connsiteY13" fmla="*/ 1451719 h 6860673"/>
              <a:gd name="connsiteX14" fmla="*/ 708597 w 12218982"/>
              <a:gd name="connsiteY14" fmla="*/ 2695590 h 6860673"/>
              <a:gd name="connsiteX15" fmla="*/ 486880 w 12218982"/>
              <a:gd name="connsiteY15" fmla="*/ 3274865 h 6860673"/>
              <a:gd name="connsiteX16" fmla="*/ 365997 w 12218982"/>
              <a:gd name="connsiteY16" fmla="*/ 3984708 h 6860673"/>
              <a:gd name="connsiteX17" fmla="*/ 341340 w 12218982"/>
              <a:gd name="connsiteY17" fmla="*/ 4301231 h 6860673"/>
              <a:gd name="connsiteX18" fmla="*/ 341340 w 12218982"/>
              <a:gd name="connsiteY18" fmla="*/ 5007890 h 6860673"/>
              <a:gd name="connsiteX19" fmla="*/ 343276 w 12218982"/>
              <a:gd name="connsiteY19" fmla="*/ 5047516 h 6860673"/>
              <a:gd name="connsiteX20" fmla="*/ 814636 w 12218982"/>
              <a:gd name="connsiteY20" fmla="*/ 6666819 h 6860673"/>
              <a:gd name="connsiteX21" fmla="*/ 915601 w 12218982"/>
              <a:gd name="connsiteY21" fmla="*/ 6858000 h 6860673"/>
              <a:gd name="connsiteX22" fmla="*/ 341340 w 12218982"/>
              <a:gd name="connsiteY22" fmla="*/ 6858000 h 6860673"/>
              <a:gd name="connsiteX23" fmla="*/ 341340 w 12218982"/>
              <a:gd name="connsiteY23" fmla="*/ 6860673 h 6860673"/>
              <a:gd name="connsiteX24" fmla="*/ 4456 w 12218982"/>
              <a:gd name="connsiteY24" fmla="*/ 6860673 h 6860673"/>
              <a:gd name="connsiteX25" fmla="*/ 4456 w 12218982"/>
              <a:gd name="connsiteY25" fmla="*/ 2794000 h 6860673"/>
              <a:gd name="connsiteX26" fmla="*/ 0 w 12218982"/>
              <a:gd name="connsiteY26" fmla="*/ 2794000 h 6860673"/>
              <a:gd name="connsiteX27" fmla="*/ 0 w 12218982"/>
              <a:gd name="connsiteY27" fmla="*/ 2022550 h 6860673"/>
              <a:gd name="connsiteX28" fmla="*/ 4456 w 12218982"/>
              <a:gd name="connsiteY28" fmla="*/ 2022550 h 6860673"/>
              <a:gd name="connsiteX29" fmla="*/ 4456 w 12218982"/>
              <a:gd name="connsiteY29" fmla="*/ 1646989 h 6860673"/>
              <a:gd name="connsiteX30" fmla="*/ 4456 w 12218982"/>
              <a:gd name="connsiteY30" fmla="*/ 0 h 6860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218982" h="6860673">
                <a:moveTo>
                  <a:pt x="4456" y="0"/>
                </a:moveTo>
                <a:lnTo>
                  <a:pt x="3150735" y="0"/>
                </a:lnTo>
                <a:lnTo>
                  <a:pt x="3150734" y="1"/>
                </a:lnTo>
                <a:lnTo>
                  <a:pt x="3275209" y="1"/>
                </a:lnTo>
                <a:lnTo>
                  <a:pt x="3275209" y="0"/>
                </a:lnTo>
                <a:lnTo>
                  <a:pt x="12218982" y="0"/>
                </a:lnTo>
                <a:lnTo>
                  <a:pt x="12218982" y="1983013"/>
                </a:lnTo>
                <a:lnTo>
                  <a:pt x="12062259" y="2024385"/>
                </a:lnTo>
                <a:cubicBezTo>
                  <a:pt x="11728036" y="2099441"/>
                  <a:pt x="11364094" y="2141640"/>
                  <a:pt x="10972986" y="2139627"/>
                </a:cubicBezTo>
                <a:cubicBezTo>
                  <a:pt x="8748018" y="2128176"/>
                  <a:pt x="7788484" y="155587"/>
                  <a:pt x="5417726" y="115939"/>
                </a:cubicBezTo>
                <a:cubicBezTo>
                  <a:pt x="4862080" y="106647"/>
                  <a:pt x="4363654" y="168899"/>
                  <a:pt x="3916598" y="272807"/>
                </a:cubicBezTo>
                <a:lnTo>
                  <a:pt x="3863345" y="286233"/>
                </a:lnTo>
                <a:lnTo>
                  <a:pt x="3729781" y="323286"/>
                </a:lnTo>
                <a:cubicBezTo>
                  <a:pt x="3036967" y="532141"/>
                  <a:pt x="2352843" y="836886"/>
                  <a:pt x="1717096" y="1451719"/>
                </a:cubicBezTo>
                <a:cubicBezTo>
                  <a:pt x="1293264" y="1861607"/>
                  <a:pt x="966036" y="2282242"/>
                  <a:pt x="708597" y="2695590"/>
                </a:cubicBezTo>
                <a:cubicBezTo>
                  <a:pt x="593502" y="2938109"/>
                  <a:pt x="544310" y="3015870"/>
                  <a:pt x="486880" y="3274865"/>
                </a:cubicBezTo>
                <a:cubicBezTo>
                  <a:pt x="434927" y="3498394"/>
                  <a:pt x="385149" y="3635910"/>
                  <a:pt x="365997" y="3984708"/>
                </a:cubicBezTo>
                <a:lnTo>
                  <a:pt x="341340" y="4301231"/>
                </a:lnTo>
                <a:lnTo>
                  <a:pt x="341340" y="5007890"/>
                </a:lnTo>
                <a:cubicBezTo>
                  <a:pt x="341985" y="5021099"/>
                  <a:pt x="342631" y="5034307"/>
                  <a:pt x="343276" y="5047516"/>
                </a:cubicBezTo>
                <a:cubicBezTo>
                  <a:pt x="393784" y="5666740"/>
                  <a:pt x="577442" y="6188267"/>
                  <a:pt x="814636" y="6666819"/>
                </a:cubicBezTo>
                <a:lnTo>
                  <a:pt x="915601" y="6858000"/>
                </a:lnTo>
                <a:lnTo>
                  <a:pt x="341340" y="6858000"/>
                </a:lnTo>
                <a:lnTo>
                  <a:pt x="341340" y="6860673"/>
                </a:lnTo>
                <a:lnTo>
                  <a:pt x="4456" y="6860673"/>
                </a:lnTo>
                <a:lnTo>
                  <a:pt x="4456" y="2794000"/>
                </a:lnTo>
                <a:lnTo>
                  <a:pt x="0" y="2794000"/>
                </a:lnTo>
                <a:lnTo>
                  <a:pt x="0" y="2022550"/>
                </a:lnTo>
                <a:lnTo>
                  <a:pt x="4456" y="2022550"/>
                </a:lnTo>
                <a:lnTo>
                  <a:pt x="4456" y="1646989"/>
                </a:lnTo>
                <a:lnTo>
                  <a:pt x="4456" y="0"/>
                </a:lnTo>
                <a:close/>
              </a:path>
            </a:pathLst>
          </a:custGeom>
          <a:gradFill>
            <a:gsLst>
              <a:gs pos="0">
                <a:schemeClr val="accent3">
                  <a:lumMod val="25000"/>
                  <a:alpha val="60164"/>
                </a:schemeClr>
              </a:gs>
              <a:gs pos="77000">
                <a:schemeClr val="accent3">
                  <a:lumMod val="25000"/>
                  <a:alpha val="29492"/>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10">
            <a:extLst>
              <a:ext uri="{FF2B5EF4-FFF2-40B4-BE49-F238E27FC236}">
                <a16:creationId xmlns:a16="http://schemas.microsoft.com/office/drawing/2014/main" id="{A9BF091C-5F88-B50F-03BB-284950253993}"/>
              </a:ext>
            </a:extLst>
          </p:cNvPr>
          <p:cNvSpPr/>
          <p:nvPr userDrawn="1"/>
        </p:nvSpPr>
        <p:spPr>
          <a:xfrm flipV="1">
            <a:off x="204060" y="5377862"/>
            <a:ext cx="7471211" cy="1480138"/>
          </a:xfrm>
          <a:custGeom>
            <a:avLst/>
            <a:gdLst>
              <a:gd name="connsiteX0" fmla="*/ 1910385 w 3946673"/>
              <a:gd name="connsiteY0" fmla="*/ 781847 h 781884"/>
              <a:gd name="connsiteX1" fmla="*/ 3855031 w 3946673"/>
              <a:gd name="connsiteY1" fmla="*/ 44786 h 781884"/>
              <a:gd name="connsiteX2" fmla="*/ 3946673 w 3946673"/>
              <a:gd name="connsiteY2" fmla="*/ 0 h 781884"/>
              <a:gd name="connsiteX3" fmla="*/ 0 w 3946673"/>
              <a:gd name="connsiteY3" fmla="*/ 0 h 781884"/>
              <a:gd name="connsiteX4" fmla="*/ 54644 w 3946673"/>
              <a:gd name="connsiteY4" fmla="*/ 67939 h 781884"/>
              <a:gd name="connsiteX5" fmla="*/ 1910385 w 3946673"/>
              <a:gd name="connsiteY5" fmla="*/ 781847 h 781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46673" h="781884">
                <a:moveTo>
                  <a:pt x="1910385" y="781847"/>
                </a:moveTo>
                <a:cubicBezTo>
                  <a:pt x="2719463" y="777993"/>
                  <a:pt x="3240943" y="361686"/>
                  <a:pt x="3855031" y="44786"/>
                </a:cubicBezTo>
                <a:lnTo>
                  <a:pt x="3946673" y="0"/>
                </a:lnTo>
                <a:lnTo>
                  <a:pt x="0" y="0"/>
                </a:lnTo>
                <a:lnTo>
                  <a:pt x="54644" y="67939"/>
                </a:lnTo>
                <a:cubicBezTo>
                  <a:pt x="372182" y="426203"/>
                  <a:pt x="1020399" y="786086"/>
                  <a:pt x="1910385" y="781847"/>
                </a:cubicBezTo>
                <a:close/>
              </a:path>
            </a:pathLst>
          </a:custGeom>
          <a:gradFill>
            <a:gsLst>
              <a:gs pos="66000">
                <a:schemeClr val="tx2">
                  <a:alpha val="8123"/>
                </a:schemeClr>
              </a:gs>
              <a:gs pos="33000">
                <a:schemeClr val="accent6">
                  <a:alpha val="13919"/>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16">
            <a:extLst>
              <a:ext uri="{FF2B5EF4-FFF2-40B4-BE49-F238E27FC236}">
                <a16:creationId xmlns:a16="http://schemas.microsoft.com/office/drawing/2014/main" id="{3FF8B459-35F5-072D-56FA-415EEABE6DC2}"/>
              </a:ext>
            </a:extLst>
          </p:cNvPr>
          <p:cNvSpPr/>
          <p:nvPr userDrawn="1"/>
        </p:nvSpPr>
        <p:spPr>
          <a:xfrm rot="10800000">
            <a:off x="-30287" y="4822578"/>
            <a:ext cx="12230888" cy="2040391"/>
          </a:xfrm>
          <a:custGeom>
            <a:avLst/>
            <a:gdLst>
              <a:gd name="connsiteX0" fmla="*/ 1751979 w 12230888"/>
              <a:gd name="connsiteY0" fmla="*/ 2040336 h 2040391"/>
              <a:gd name="connsiteX1" fmla="*/ 44227 w 12230888"/>
              <a:gd name="connsiteY1" fmla="*/ 1650944 h 2040391"/>
              <a:gd name="connsiteX2" fmla="*/ 0 w 12230888"/>
              <a:gd name="connsiteY2" fmla="*/ 1626084 h 2040391"/>
              <a:gd name="connsiteX3" fmla="*/ 0 w 12230888"/>
              <a:gd name="connsiteY3" fmla="*/ 0 h 2040391"/>
              <a:gd name="connsiteX4" fmla="*/ 12230888 w 12230888"/>
              <a:gd name="connsiteY4" fmla="*/ 0 h 2040391"/>
              <a:gd name="connsiteX5" fmla="*/ 12230888 w 12230888"/>
              <a:gd name="connsiteY5" fmla="*/ 1945571 h 2040391"/>
              <a:gd name="connsiteX6" fmla="*/ 12158569 w 12230888"/>
              <a:gd name="connsiteY6" fmla="*/ 1963333 h 2040391"/>
              <a:gd name="connsiteX7" fmla="*/ 11600914 w 12230888"/>
              <a:gd name="connsiteY7" fmla="*/ 2019284 h 2040391"/>
              <a:gd name="connsiteX8" fmla="*/ 9893162 w 12230888"/>
              <a:gd name="connsiteY8" fmla="*/ 1629893 h 2040391"/>
              <a:gd name="connsiteX9" fmla="*/ 9779649 w 12230888"/>
              <a:gd name="connsiteY9" fmla="*/ 1560235 h 2040391"/>
              <a:gd name="connsiteX10" fmla="*/ 9734876 w 12230888"/>
              <a:gd name="connsiteY10" fmla="*/ 1542756 h 2040391"/>
              <a:gd name="connsiteX11" fmla="*/ 6253752 w 12230888"/>
              <a:gd name="connsiteY11" fmla="*/ 400415 h 2040391"/>
              <a:gd name="connsiteX12" fmla="*/ 1751979 w 12230888"/>
              <a:gd name="connsiteY12" fmla="*/ 2040336 h 2040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230888" h="2040391">
                <a:moveTo>
                  <a:pt x="1751979" y="2040336"/>
                </a:moveTo>
                <a:cubicBezTo>
                  <a:pt x="1075843" y="2043817"/>
                  <a:pt x="499894" y="1884241"/>
                  <a:pt x="44227" y="1650944"/>
                </a:cubicBezTo>
                <a:lnTo>
                  <a:pt x="0" y="1626084"/>
                </a:lnTo>
                <a:lnTo>
                  <a:pt x="0" y="0"/>
                </a:lnTo>
                <a:lnTo>
                  <a:pt x="12230888" y="0"/>
                </a:lnTo>
                <a:lnTo>
                  <a:pt x="12230888" y="1945571"/>
                </a:lnTo>
                <a:lnTo>
                  <a:pt x="12158569" y="1963333"/>
                </a:lnTo>
                <a:cubicBezTo>
                  <a:pt x="11983060" y="1998243"/>
                  <a:pt x="11798121" y="2018269"/>
                  <a:pt x="11600914" y="2019284"/>
                </a:cubicBezTo>
                <a:cubicBezTo>
                  <a:pt x="10924778" y="2022765"/>
                  <a:pt x="10348830" y="1863190"/>
                  <a:pt x="9893162" y="1629893"/>
                </a:cubicBezTo>
                <a:lnTo>
                  <a:pt x="9779649" y="1560235"/>
                </a:lnTo>
                <a:lnTo>
                  <a:pt x="9734876" y="1542756"/>
                </a:lnTo>
                <a:cubicBezTo>
                  <a:pt x="9114026" y="1267812"/>
                  <a:pt x="8054852" y="370292"/>
                  <a:pt x="6253752" y="400415"/>
                </a:cubicBezTo>
                <a:cubicBezTo>
                  <a:pt x="4332581" y="432545"/>
                  <a:pt x="3555009" y="2031056"/>
                  <a:pt x="1751979" y="2040336"/>
                </a:cubicBezTo>
                <a:close/>
              </a:path>
            </a:pathLst>
          </a:custGeom>
          <a:gradFill flip="none" rotWithShape="1">
            <a:gsLst>
              <a:gs pos="0">
                <a:schemeClr val="accent6">
                  <a:alpha val="23907"/>
                </a:schemeClr>
              </a:gs>
              <a:gs pos="85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6" name="Freeform 17">
            <a:extLst>
              <a:ext uri="{FF2B5EF4-FFF2-40B4-BE49-F238E27FC236}">
                <a16:creationId xmlns:a16="http://schemas.microsoft.com/office/drawing/2014/main" id="{73867BC1-390E-647F-B33F-8622748E6530}"/>
              </a:ext>
            </a:extLst>
          </p:cNvPr>
          <p:cNvSpPr/>
          <p:nvPr userDrawn="1"/>
        </p:nvSpPr>
        <p:spPr>
          <a:xfrm>
            <a:off x="0" y="0"/>
            <a:ext cx="12192000" cy="2035422"/>
          </a:xfrm>
          <a:custGeom>
            <a:avLst/>
            <a:gdLst>
              <a:gd name="connsiteX0" fmla="*/ 0 w 12192000"/>
              <a:gd name="connsiteY0" fmla="*/ 0 h 2035422"/>
              <a:gd name="connsiteX1" fmla="*/ 12192000 w 12192000"/>
              <a:gd name="connsiteY1" fmla="*/ 0 h 2035422"/>
              <a:gd name="connsiteX2" fmla="*/ 12192000 w 12192000"/>
              <a:gd name="connsiteY2" fmla="*/ 1759689 h 2035422"/>
              <a:gd name="connsiteX3" fmla="*/ 12103306 w 12192000"/>
              <a:gd name="connsiteY3" fmla="*/ 1729773 h 2035422"/>
              <a:gd name="connsiteX4" fmla="*/ 11659615 w 12192000"/>
              <a:gd name="connsiteY4" fmla="*/ 1535038 h 2035422"/>
              <a:gd name="connsiteX5" fmla="*/ 11521247 w 12192000"/>
              <a:gd name="connsiteY5" fmla="*/ 1450127 h 2035422"/>
              <a:gd name="connsiteX6" fmla="*/ 11466670 w 12192000"/>
              <a:gd name="connsiteY6" fmla="*/ 1428821 h 2035422"/>
              <a:gd name="connsiteX7" fmla="*/ 7223297 w 12192000"/>
              <a:gd name="connsiteY7" fmla="*/ 36346 h 2035422"/>
              <a:gd name="connsiteX8" fmla="*/ 1735787 w 12192000"/>
              <a:gd name="connsiteY8" fmla="*/ 2035354 h 2035422"/>
              <a:gd name="connsiteX9" fmla="*/ 97785 w 12192000"/>
              <a:gd name="connsiteY9" fmla="*/ 1755433 h 2035422"/>
              <a:gd name="connsiteX10" fmla="*/ 0 w 12192000"/>
              <a:gd name="connsiteY10" fmla="*/ 1715854 h 2035422"/>
              <a:gd name="connsiteX11" fmla="*/ 0 w 12192000"/>
              <a:gd name="connsiteY11" fmla="*/ 0 h 2035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192000" h="2035422">
                <a:moveTo>
                  <a:pt x="0" y="0"/>
                </a:moveTo>
                <a:lnTo>
                  <a:pt x="12192000" y="0"/>
                </a:lnTo>
                <a:lnTo>
                  <a:pt x="12192000" y="1759689"/>
                </a:lnTo>
                <a:lnTo>
                  <a:pt x="12103306" y="1729773"/>
                </a:lnTo>
                <a:cubicBezTo>
                  <a:pt x="11946501" y="1671612"/>
                  <a:pt x="11798476" y="1606133"/>
                  <a:pt x="11659615" y="1535038"/>
                </a:cubicBezTo>
                <a:lnTo>
                  <a:pt x="11521247" y="1450127"/>
                </a:lnTo>
                <a:lnTo>
                  <a:pt x="11466670" y="1428821"/>
                </a:lnTo>
                <a:cubicBezTo>
                  <a:pt x="10709874" y="1093673"/>
                  <a:pt x="9418777" y="-373"/>
                  <a:pt x="7223297" y="36346"/>
                </a:cubicBezTo>
                <a:cubicBezTo>
                  <a:pt x="4881454" y="75511"/>
                  <a:pt x="3933620" y="2024042"/>
                  <a:pt x="1735787" y="2035354"/>
                </a:cubicBezTo>
                <a:cubicBezTo>
                  <a:pt x="1117647" y="2038536"/>
                  <a:pt x="568201" y="1929916"/>
                  <a:pt x="97785" y="1755433"/>
                </a:cubicBezTo>
                <a:lnTo>
                  <a:pt x="0" y="1715854"/>
                </a:lnTo>
                <a:lnTo>
                  <a:pt x="0" y="0"/>
                </a:lnTo>
                <a:close/>
              </a:path>
            </a:pathLst>
          </a:custGeom>
          <a:gradFill flip="none" rotWithShape="1">
            <a:gsLst>
              <a:gs pos="0">
                <a:schemeClr val="accent3">
                  <a:lumMod val="25000"/>
                </a:schemeClr>
              </a:gs>
              <a:gs pos="99000">
                <a:schemeClr val="accent3">
                  <a:lumMod val="25000"/>
                </a:schemeClr>
              </a:gs>
              <a:gs pos="31000">
                <a:schemeClr val="accent6">
                  <a:alpha val="69328"/>
                </a:schemeClr>
              </a:gs>
              <a:gs pos="73000">
                <a:schemeClr val="accent5">
                  <a:lumMod val="50000"/>
                  <a:alpha val="42331"/>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7" name="Freeform 18">
            <a:extLst>
              <a:ext uri="{FF2B5EF4-FFF2-40B4-BE49-F238E27FC236}">
                <a16:creationId xmlns:a16="http://schemas.microsoft.com/office/drawing/2014/main" id="{FA6C5756-59FF-66C3-2611-3D7AB2049ABE}"/>
              </a:ext>
            </a:extLst>
          </p:cNvPr>
          <p:cNvSpPr/>
          <p:nvPr userDrawn="1"/>
        </p:nvSpPr>
        <p:spPr>
          <a:xfrm flipH="1">
            <a:off x="-2" y="0"/>
            <a:ext cx="11262111" cy="2139696"/>
          </a:xfrm>
          <a:custGeom>
            <a:avLst/>
            <a:gdLst>
              <a:gd name="connsiteX0" fmla="*/ 3062591 w 9676770"/>
              <a:gd name="connsiteY0" fmla="*/ 1838437 h 1838496"/>
              <a:gd name="connsiteX1" fmla="*/ 10485 w 9676770"/>
              <a:gd name="connsiteY1" fmla="*/ 104484 h 1838496"/>
              <a:gd name="connsiteX2" fmla="*/ 0 w 9676770"/>
              <a:gd name="connsiteY2" fmla="*/ 0 h 1838496"/>
              <a:gd name="connsiteX3" fmla="*/ 9676770 w 9676770"/>
              <a:gd name="connsiteY3" fmla="*/ 0 h 1838496"/>
              <a:gd name="connsiteX4" fmla="*/ 9676770 w 9676770"/>
              <a:gd name="connsiteY4" fmla="*/ 396354 h 1838496"/>
              <a:gd name="connsiteX5" fmla="*/ 9495267 w 9676770"/>
              <a:gd name="connsiteY5" fmla="*/ 334664 h 1838496"/>
              <a:gd name="connsiteX6" fmla="*/ 7835850 w 9676770"/>
              <a:gd name="connsiteY6" fmla="*/ 99619 h 1838496"/>
              <a:gd name="connsiteX7" fmla="*/ 3062591 w 9676770"/>
              <a:gd name="connsiteY7" fmla="*/ 1838437 h 183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676770" h="1838496">
                <a:moveTo>
                  <a:pt x="3062591" y="1838437"/>
                </a:moveTo>
                <a:cubicBezTo>
                  <a:pt x="1270312" y="1847662"/>
                  <a:pt x="141962" y="776331"/>
                  <a:pt x="10485" y="104484"/>
                </a:cubicBezTo>
                <a:lnTo>
                  <a:pt x="0" y="0"/>
                </a:lnTo>
                <a:lnTo>
                  <a:pt x="9676770" y="0"/>
                </a:lnTo>
                <a:lnTo>
                  <a:pt x="9676770" y="396354"/>
                </a:lnTo>
                <a:lnTo>
                  <a:pt x="9495267" y="334664"/>
                </a:lnTo>
                <a:cubicBezTo>
                  <a:pt x="9021588" y="187614"/>
                  <a:pt x="8472423" y="88973"/>
                  <a:pt x="7835850" y="99619"/>
                </a:cubicBezTo>
                <a:cubicBezTo>
                  <a:pt x="5798818" y="133686"/>
                  <a:pt x="4974355" y="1828598"/>
                  <a:pt x="3062591" y="1838437"/>
                </a:cubicBezTo>
                <a:close/>
              </a:path>
            </a:pathLst>
          </a:custGeom>
          <a:gradFill flip="none" rotWithShape="1">
            <a:gsLst>
              <a:gs pos="43000">
                <a:schemeClr val="accent3">
                  <a:lumMod val="25000"/>
                  <a:alpha val="50000"/>
                </a:schemeClr>
              </a:gs>
              <a:gs pos="73000">
                <a:schemeClr val="accent1">
                  <a:alpha val="11498"/>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19">
            <a:extLst>
              <a:ext uri="{FF2B5EF4-FFF2-40B4-BE49-F238E27FC236}">
                <a16:creationId xmlns:a16="http://schemas.microsoft.com/office/drawing/2014/main" id="{EF6D3160-DA6D-8CDA-3A13-8A43EC05449D}"/>
              </a:ext>
            </a:extLst>
          </p:cNvPr>
          <p:cNvSpPr/>
          <p:nvPr userDrawn="1"/>
        </p:nvSpPr>
        <p:spPr>
          <a:xfrm>
            <a:off x="0" y="7399"/>
            <a:ext cx="4758726" cy="842020"/>
          </a:xfrm>
          <a:custGeom>
            <a:avLst/>
            <a:gdLst>
              <a:gd name="connsiteX0" fmla="*/ 2449167 w 4758726"/>
              <a:gd name="connsiteY0" fmla="*/ 841961 h 842020"/>
              <a:gd name="connsiteX1" fmla="*/ 12024 w 4758726"/>
              <a:gd name="connsiteY1" fmla="*/ 11254 h 842020"/>
              <a:gd name="connsiteX2" fmla="*/ 0 w 4758726"/>
              <a:gd name="connsiteY2" fmla="*/ 0 h 842020"/>
              <a:gd name="connsiteX3" fmla="*/ 4758726 w 4758726"/>
              <a:gd name="connsiteY3" fmla="*/ 0 h 842020"/>
              <a:gd name="connsiteX4" fmla="*/ 4526601 w 4758726"/>
              <a:gd name="connsiteY4" fmla="*/ 141635 h 842020"/>
              <a:gd name="connsiteX5" fmla="*/ 2449167 w 4758726"/>
              <a:gd name="connsiteY5" fmla="*/ 841961 h 842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58726" h="842020">
                <a:moveTo>
                  <a:pt x="2449167" y="841961"/>
                </a:moveTo>
                <a:cubicBezTo>
                  <a:pt x="1373800" y="847496"/>
                  <a:pt x="537447" y="464031"/>
                  <a:pt x="12024" y="11254"/>
                </a:cubicBezTo>
                <a:lnTo>
                  <a:pt x="0" y="0"/>
                </a:lnTo>
                <a:lnTo>
                  <a:pt x="4758726" y="0"/>
                </a:lnTo>
                <a:lnTo>
                  <a:pt x="4526601" y="141635"/>
                </a:lnTo>
                <a:cubicBezTo>
                  <a:pt x="3913845" y="510819"/>
                  <a:pt x="3285564" y="837657"/>
                  <a:pt x="2449167" y="841961"/>
                </a:cubicBezTo>
                <a:close/>
              </a:path>
            </a:pathLst>
          </a:custGeom>
          <a:gradFill>
            <a:gsLst>
              <a:gs pos="0">
                <a:schemeClr val="tx2">
                  <a:alpha val="43000"/>
                </a:schemeClr>
              </a:gs>
              <a:gs pos="100000">
                <a:schemeClr val="accent6">
                  <a:alpha val="5300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86000" y="2752344"/>
            <a:ext cx="7763256" cy="1600200"/>
          </a:xfrm>
        </p:spPr>
        <p:txBody>
          <a:bodyPr anchor="t">
            <a:noAutofit/>
          </a:bodyPr>
          <a:lstStyle>
            <a:lvl1pPr algn="ctr">
              <a:lnSpc>
                <a:spcPct val="100000"/>
              </a:lnSpc>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7132320" y="4233672"/>
            <a:ext cx="2843784" cy="448056"/>
          </a:xfrm>
        </p:spPr>
        <p:txBody>
          <a:bodyPr>
            <a:no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7892275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5 Column">
    <p:spTree>
      <p:nvGrpSpPr>
        <p:cNvPr id="1" name=""/>
        <p:cNvGrpSpPr/>
        <p:nvPr/>
      </p:nvGrpSpPr>
      <p:grpSpPr>
        <a:xfrm>
          <a:off x="0" y="0"/>
          <a:ext cx="0" cy="0"/>
          <a:chOff x="0" y="0"/>
          <a:chExt cx="0" cy="0"/>
        </a:xfrm>
      </p:grpSpPr>
      <p:sp>
        <p:nvSpPr>
          <p:cNvPr id="51" name="Text Placeholder 50">
            <a:extLst>
              <a:ext uri="{FF2B5EF4-FFF2-40B4-BE49-F238E27FC236}">
                <a16:creationId xmlns:a16="http://schemas.microsoft.com/office/drawing/2014/main" id="{100A0D9B-ADC5-C41B-130F-1EA1EDE9F2E2}"/>
              </a:ext>
            </a:extLst>
          </p:cNvPr>
          <p:cNvSpPr>
            <a:spLocks noGrp="1"/>
          </p:cNvSpPr>
          <p:nvPr>
            <p:ph type="body" sz="quarter" idx="21"/>
          </p:nvPr>
        </p:nvSpPr>
        <p:spPr>
          <a:xfrm>
            <a:off x="937260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695761 h 1856232"/>
              <a:gd name="connsiteX3" fmla="*/ 1933505 w 2093976"/>
              <a:gd name="connsiteY3" fmla="*/ 1856232 h 1856232"/>
              <a:gd name="connsiteX4" fmla="*/ 0 w 2093976"/>
              <a:gd name="connsiteY4" fmla="*/ 1856232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695761"/>
                </a:lnTo>
                <a:cubicBezTo>
                  <a:pt x="2093976" y="1784387"/>
                  <a:pt x="2022131" y="1856232"/>
                  <a:pt x="1933505" y="1856232"/>
                </a:cubicBezTo>
                <a:lnTo>
                  <a:pt x="0" y="1856232"/>
                </a:ln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655064" y="832104"/>
            <a:ext cx="8878824" cy="1069848"/>
          </a:xfrm>
        </p:spPr>
        <p:txBody>
          <a:bodyPr anchor="b"/>
          <a:lstStyle>
            <a:lvl1pPr algn="ctr">
              <a:defRPr/>
            </a:lvl1pPr>
          </a:lstStyle>
          <a:p>
            <a:r>
              <a:rPr lang="en-US"/>
              <a:t>Click to edit Master title style</a:t>
            </a:r>
          </a:p>
        </p:txBody>
      </p:sp>
      <p:sp>
        <p:nvSpPr>
          <p:cNvPr id="57" name="Text Placeholder 56">
            <a:extLst>
              <a:ext uri="{FF2B5EF4-FFF2-40B4-BE49-F238E27FC236}">
                <a16:creationId xmlns:a16="http://schemas.microsoft.com/office/drawing/2014/main" id="{9AF8AEFF-3F3B-8AFC-621B-F653E2F1B744}"/>
              </a:ext>
            </a:extLst>
          </p:cNvPr>
          <p:cNvSpPr>
            <a:spLocks noGrp="1"/>
          </p:cNvSpPr>
          <p:nvPr>
            <p:ph type="body" sz="quarter" idx="12"/>
          </p:nvPr>
        </p:nvSpPr>
        <p:spPr>
          <a:xfrm>
            <a:off x="727339" y="2478024"/>
            <a:ext cx="2098157" cy="702770"/>
          </a:xfrm>
          <a:custGeom>
            <a:avLst/>
            <a:gdLst>
              <a:gd name="connsiteX0" fmla="*/ 169182 w 2098157"/>
              <a:gd name="connsiteY0" fmla="*/ 0 h 702770"/>
              <a:gd name="connsiteX1" fmla="*/ 2098157 w 2098157"/>
              <a:gd name="connsiteY1" fmla="*/ 0 h 702770"/>
              <a:gd name="connsiteX2" fmla="*/ 2098157 w 2098157"/>
              <a:gd name="connsiteY2" fmla="*/ 702770 h 702770"/>
              <a:gd name="connsiteX3" fmla="*/ 2097025 w 2098157"/>
              <a:gd name="connsiteY3" fmla="*/ 702770 h 702770"/>
              <a:gd name="connsiteX4" fmla="*/ 503974 w 2098157"/>
              <a:gd name="connsiteY4" fmla="*/ 702770 h 702770"/>
              <a:gd name="connsiteX5" fmla="*/ 0 w 2098157"/>
              <a:gd name="connsiteY5" fmla="*/ 702770 h 702770"/>
              <a:gd name="connsiteX6" fmla="*/ 0 w 2098157"/>
              <a:gd name="connsiteY6" fmla="*/ 202766 h 702770"/>
              <a:gd name="connsiteX7" fmla="*/ 136581 w 2098157"/>
              <a:gd name="connsiteY7" fmla="*/ 3900 h 702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70">
                <a:moveTo>
                  <a:pt x="169182" y="0"/>
                </a:moveTo>
                <a:lnTo>
                  <a:pt x="2098157" y="0"/>
                </a:lnTo>
                <a:lnTo>
                  <a:pt x="2098157" y="702770"/>
                </a:lnTo>
                <a:lnTo>
                  <a:pt x="2097025" y="702770"/>
                </a:lnTo>
                <a:lnTo>
                  <a:pt x="503974" y="702770"/>
                </a:lnTo>
                <a:lnTo>
                  <a:pt x="0" y="702770"/>
                </a:lnTo>
                <a:lnTo>
                  <a:pt x="0" y="202766"/>
                </a:lnTo>
                <a:cubicBezTo>
                  <a:pt x="0" y="104671"/>
                  <a:pt x="58634" y="22828"/>
                  <a:pt x="136581" y="3900"/>
                </a:cubicBezTo>
                <a:close/>
              </a:path>
            </a:pathLst>
          </a:custGeom>
          <a:solidFill>
            <a:schemeClr val="accent6"/>
          </a:solidFill>
          <a:ln w="12700">
            <a:solidFill>
              <a:schemeClr val="accent6"/>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52" name="Text Placeholder 51">
            <a:extLst>
              <a:ext uri="{FF2B5EF4-FFF2-40B4-BE49-F238E27FC236}">
                <a16:creationId xmlns:a16="http://schemas.microsoft.com/office/drawing/2014/main" id="{C0111168-089D-E125-6CBB-0B288CE8D5B0}"/>
              </a:ext>
            </a:extLst>
          </p:cNvPr>
          <p:cNvSpPr>
            <a:spLocks noGrp="1"/>
          </p:cNvSpPr>
          <p:nvPr>
            <p:ph type="body" sz="quarter" idx="13"/>
          </p:nvPr>
        </p:nvSpPr>
        <p:spPr>
          <a:xfrm>
            <a:off x="731520" y="3236976"/>
            <a:ext cx="2093976" cy="1856232"/>
          </a:xfrm>
          <a:custGeom>
            <a:avLst/>
            <a:gdLst>
              <a:gd name="connsiteX0" fmla="*/ 0 w 2093976"/>
              <a:gd name="connsiteY0" fmla="*/ 0 h 1856232"/>
              <a:gd name="connsiteX1" fmla="*/ 2093976 w 2093976"/>
              <a:gd name="connsiteY1" fmla="*/ 0 h 1856232"/>
              <a:gd name="connsiteX2" fmla="*/ 2093976 w 2093976"/>
              <a:gd name="connsiteY2" fmla="*/ 1856232 h 1856232"/>
              <a:gd name="connsiteX3" fmla="*/ 160471 w 2093976"/>
              <a:gd name="connsiteY3" fmla="*/ 1856232 h 1856232"/>
              <a:gd name="connsiteX4" fmla="*/ 0 w 2093976"/>
              <a:gd name="connsiteY4" fmla="*/ 1695761 h 1856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93976" h="1856232">
                <a:moveTo>
                  <a:pt x="0" y="0"/>
                </a:moveTo>
                <a:lnTo>
                  <a:pt x="2093976" y="0"/>
                </a:lnTo>
                <a:lnTo>
                  <a:pt x="2093976" y="1856232"/>
                </a:lnTo>
                <a:lnTo>
                  <a:pt x="160471" y="1856232"/>
                </a:lnTo>
                <a:cubicBezTo>
                  <a:pt x="71845" y="1856232"/>
                  <a:pt x="0" y="1784387"/>
                  <a:pt x="0" y="1695761"/>
                </a:cubicBezTo>
                <a:close/>
              </a:path>
            </a:pathLst>
          </a:custGeom>
          <a:ln w="12700">
            <a:solidFill>
              <a:schemeClr val="bg1"/>
            </a:solidFill>
          </a:ln>
        </p:spPr>
        <p:txBody>
          <a:bodyPr wrap="square" lIns="256032" tIns="201168" rIns="274320" anchor="t">
            <a:noAutofit/>
          </a:bodyPr>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2884932" y="2478024"/>
            <a:ext cx="2103120" cy="704088"/>
          </a:xfrm>
          <a:solidFill>
            <a:schemeClr val="accent1"/>
          </a:solidFill>
          <a:ln w="12700">
            <a:solidFill>
              <a:schemeClr val="accent1"/>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289179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047488" y="2478024"/>
            <a:ext cx="2103120" cy="704088"/>
          </a:xfrm>
          <a:solidFill>
            <a:schemeClr val="accent4"/>
          </a:solidFill>
          <a:ln w="12700">
            <a:solidFill>
              <a:schemeClr val="accent4"/>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05206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210044" y="2478024"/>
            <a:ext cx="2103120" cy="704088"/>
          </a:xfrm>
          <a:solidFill>
            <a:schemeClr val="accent2"/>
          </a:solidFill>
          <a:ln w="12700">
            <a:solidFill>
              <a:schemeClr val="accent2"/>
            </a:solidFill>
          </a:ln>
        </p:spPr>
        <p:txBody>
          <a:bodyPr lIns="91440" tIns="45720" rIns="91440" bIns="45720" anchor="ct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212330" y="3236976"/>
            <a:ext cx="2093976" cy="1856232"/>
          </a:xfrm>
          <a:ln w="12700">
            <a:solidFill>
              <a:schemeClr val="bg1"/>
            </a:solidFill>
          </a:ln>
        </p:spPr>
        <p:txBody>
          <a:bodyPr lIns="256032" tIns="201168" rIns="274320" anchor="t"/>
          <a:lstStyle>
            <a:lvl1pPr marL="0" indent="0" algn="l">
              <a:lnSpc>
                <a:spcPct val="100000"/>
              </a:lnSpc>
              <a:spcBef>
                <a:spcPts val="0"/>
              </a:spcBef>
              <a:buNone/>
              <a:defRPr sz="1400" spc="0" baseline="0"/>
            </a:lvl1pPr>
          </a:lstStyle>
          <a:p>
            <a:pPr lvl="0"/>
            <a:r>
              <a:rPr lang="en-US"/>
              <a:t>Click to edit Master text styles</a:t>
            </a:r>
          </a:p>
        </p:txBody>
      </p:sp>
      <p:sp>
        <p:nvSpPr>
          <p:cNvPr id="55" name="Text Placeholder 54">
            <a:extLst>
              <a:ext uri="{FF2B5EF4-FFF2-40B4-BE49-F238E27FC236}">
                <a16:creationId xmlns:a16="http://schemas.microsoft.com/office/drawing/2014/main" id="{76A5CBAC-0099-3E8F-E44D-7B999D707964}"/>
              </a:ext>
            </a:extLst>
          </p:cNvPr>
          <p:cNvSpPr>
            <a:spLocks noGrp="1"/>
          </p:cNvSpPr>
          <p:nvPr>
            <p:ph type="body" sz="quarter" idx="20"/>
          </p:nvPr>
        </p:nvSpPr>
        <p:spPr>
          <a:xfrm>
            <a:off x="9372600" y="2478025"/>
            <a:ext cx="2098157" cy="702769"/>
          </a:xfrm>
          <a:custGeom>
            <a:avLst/>
            <a:gdLst>
              <a:gd name="connsiteX0" fmla="*/ 0 w 2098157"/>
              <a:gd name="connsiteY0" fmla="*/ 0 h 702769"/>
              <a:gd name="connsiteX1" fmla="*/ 1928984 w 2098157"/>
              <a:gd name="connsiteY1" fmla="*/ 0 h 702769"/>
              <a:gd name="connsiteX2" fmla="*/ 1961576 w 2098157"/>
              <a:gd name="connsiteY2" fmla="*/ 3899 h 702769"/>
              <a:gd name="connsiteX3" fmla="*/ 2098157 w 2098157"/>
              <a:gd name="connsiteY3" fmla="*/ 202765 h 702769"/>
              <a:gd name="connsiteX4" fmla="*/ 2098157 w 2098157"/>
              <a:gd name="connsiteY4" fmla="*/ 702769 h 702769"/>
              <a:gd name="connsiteX5" fmla="*/ 1594183 w 2098157"/>
              <a:gd name="connsiteY5" fmla="*/ 702769 h 702769"/>
              <a:gd name="connsiteX6" fmla="*/ 1132 w 2098157"/>
              <a:gd name="connsiteY6" fmla="*/ 702769 h 702769"/>
              <a:gd name="connsiteX7" fmla="*/ 0 w 2098157"/>
              <a:gd name="connsiteY7" fmla="*/ 702769 h 7027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98157" h="702769">
                <a:moveTo>
                  <a:pt x="0" y="0"/>
                </a:moveTo>
                <a:lnTo>
                  <a:pt x="1928984" y="0"/>
                </a:lnTo>
                <a:lnTo>
                  <a:pt x="1961576" y="3899"/>
                </a:lnTo>
                <a:cubicBezTo>
                  <a:pt x="2039523" y="22827"/>
                  <a:pt x="2098157" y="104670"/>
                  <a:pt x="2098157" y="202765"/>
                </a:cubicBezTo>
                <a:lnTo>
                  <a:pt x="2098157" y="702769"/>
                </a:lnTo>
                <a:lnTo>
                  <a:pt x="1594183" y="702769"/>
                </a:lnTo>
                <a:lnTo>
                  <a:pt x="1132" y="702769"/>
                </a:lnTo>
                <a:lnTo>
                  <a:pt x="0" y="702769"/>
                </a:lnTo>
                <a:close/>
              </a:path>
            </a:pathLst>
          </a:custGeom>
          <a:solidFill>
            <a:schemeClr val="tx2"/>
          </a:solidFill>
          <a:ln w="12700">
            <a:solidFill>
              <a:schemeClr val="tx2"/>
            </a:solidFill>
          </a:ln>
        </p:spPr>
        <p:txBody>
          <a:bodyPr wrap="square" lIns="91440" tIns="45720" rIns="91440" bIns="45720" anchor="ctr">
            <a:noAutofit/>
          </a:bodyPr>
          <a:lstStyle>
            <a:lvl1pPr marL="0" indent="0" algn="ctr">
              <a:lnSpc>
                <a:spcPct val="100000"/>
              </a:lnSpc>
              <a:spcBef>
                <a:spcPts val="0"/>
              </a:spcBef>
              <a:buNone/>
              <a:defRPr sz="2400" b="1" spc="0" baseline="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966900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3694F-11E9-3CF0-DCDE-FC7C6FAF569D}"/>
              </a:ext>
            </a:extLst>
          </p:cNvPr>
          <p:cNvSpPr>
            <a:spLocks noGrp="1"/>
          </p:cNvSpPr>
          <p:nvPr>
            <p:ph type="title"/>
          </p:nvPr>
        </p:nvSpPr>
        <p:spPr>
          <a:xfrm>
            <a:off x="1792224" y="832104"/>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CC652500-B558-F785-439F-12315F433125}"/>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938A96B1-64D5-11B6-BD02-AD31F317296F}"/>
              </a:ext>
            </a:extLst>
          </p:cNvPr>
          <p:cNvSpPr>
            <a:spLocks noGrp="1"/>
          </p:cNvSpPr>
          <p:nvPr>
            <p:ph type="sldNum" sz="quarter" idx="11"/>
          </p:nvPr>
        </p:nvSpPr>
        <p:spPr/>
        <p:txBody>
          <a:bodyPr/>
          <a:lstStyle/>
          <a:p>
            <a:fld id="{294A09A9-5501-47C1-A89A-A340965A2BE2}" type="slidenum">
              <a:rPr lang="en-US" smtClean="0"/>
              <a:pPr/>
              <a:t>‹#›</a:t>
            </a:fld>
            <a:endParaRPr lang="en-US" dirty="0"/>
          </a:p>
        </p:txBody>
      </p:sp>
      <p:cxnSp>
        <p:nvCxnSpPr>
          <p:cNvPr id="5" name="Straight Connector 4">
            <a:extLst>
              <a:ext uri="{FF2B5EF4-FFF2-40B4-BE49-F238E27FC236}">
                <a16:creationId xmlns:a16="http://schemas.microsoft.com/office/drawing/2014/main" id="{2C883D99-31C6-D5A2-D86A-FC9440CEA769}"/>
              </a:ext>
            </a:extLst>
          </p:cNvPr>
          <p:cNvCxnSpPr>
            <a:cxnSpLocks/>
          </p:cNvCxnSpPr>
          <p:nvPr userDrawn="1"/>
        </p:nvCxnSpPr>
        <p:spPr>
          <a:xfrm>
            <a:off x="1944007" y="3324115"/>
            <a:ext cx="2170451" cy="0"/>
          </a:xfrm>
          <a:prstGeom prst="line">
            <a:avLst/>
          </a:prstGeom>
          <a:ln w="12700">
            <a:solidFill>
              <a:schemeClr val="accent6"/>
            </a:solidFill>
            <a:prstDash val="solid"/>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238AB5A6-6184-8A00-738A-9F575C1472CC}"/>
              </a:ext>
            </a:extLst>
          </p:cNvPr>
          <p:cNvCxnSpPr>
            <a:cxnSpLocks/>
          </p:cNvCxnSpPr>
          <p:nvPr userDrawn="1"/>
        </p:nvCxnSpPr>
        <p:spPr>
          <a:xfrm>
            <a:off x="4114458" y="3322646"/>
            <a:ext cx="2171700" cy="0"/>
          </a:xfrm>
          <a:prstGeom prst="line">
            <a:avLst/>
          </a:prstGeom>
          <a:ln w="12700">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70BFB726-8911-1D40-8CAD-0678A3988661}"/>
              </a:ext>
            </a:extLst>
          </p:cNvPr>
          <p:cNvCxnSpPr>
            <a:cxnSpLocks/>
          </p:cNvCxnSpPr>
          <p:nvPr userDrawn="1"/>
        </p:nvCxnSpPr>
        <p:spPr>
          <a:xfrm>
            <a:off x="6286158" y="3322646"/>
            <a:ext cx="2161515" cy="14408"/>
          </a:xfrm>
          <a:prstGeom prst="line">
            <a:avLst/>
          </a:prstGeom>
          <a:ln w="12700">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A06BA5D-5C40-149B-0AE7-118CF43109F3}"/>
              </a:ext>
            </a:extLst>
          </p:cNvPr>
          <p:cNvCxnSpPr>
            <a:cxnSpLocks/>
          </p:cNvCxnSpPr>
          <p:nvPr userDrawn="1"/>
        </p:nvCxnSpPr>
        <p:spPr>
          <a:xfrm>
            <a:off x="8447673" y="3333307"/>
            <a:ext cx="2189197" cy="0"/>
          </a:xfrm>
          <a:prstGeom prst="line">
            <a:avLst/>
          </a:prstGeom>
          <a:ln w="12700">
            <a:solidFill>
              <a:schemeClr val="accent2"/>
            </a:solidFill>
            <a:prstDash val="solid"/>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0E1F9F84-FEDF-EE4B-151E-0BA753B313F2}"/>
              </a:ext>
            </a:extLst>
          </p:cNvPr>
          <p:cNvSpPr/>
          <p:nvPr userDrawn="1"/>
        </p:nvSpPr>
        <p:spPr>
          <a:xfrm>
            <a:off x="1349145" y="2715964"/>
            <a:ext cx="1218817" cy="121881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B5D1979A-4075-FDBC-DC21-B473A894753D}"/>
              </a:ext>
            </a:extLst>
          </p:cNvPr>
          <p:cNvSpPr/>
          <p:nvPr userDrawn="1"/>
        </p:nvSpPr>
        <p:spPr>
          <a:xfrm>
            <a:off x="3525168" y="2721004"/>
            <a:ext cx="1218817" cy="1218817"/>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4253DC90-8B68-11F4-262C-EF788CC251ED}"/>
              </a:ext>
            </a:extLst>
          </p:cNvPr>
          <p:cNvSpPr/>
          <p:nvPr userDrawn="1"/>
        </p:nvSpPr>
        <p:spPr>
          <a:xfrm>
            <a:off x="5704017" y="2716977"/>
            <a:ext cx="1218817" cy="1218817"/>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8CEBAA34-A280-D694-891B-142A8D7FA33C}"/>
              </a:ext>
            </a:extLst>
          </p:cNvPr>
          <p:cNvSpPr/>
          <p:nvPr userDrawn="1"/>
        </p:nvSpPr>
        <p:spPr>
          <a:xfrm>
            <a:off x="7847695" y="2726015"/>
            <a:ext cx="1218817" cy="121881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DEC576C9-CAB6-8D5D-5976-B4CC1FB6B5C0}"/>
              </a:ext>
            </a:extLst>
          </p:cNvPr>
          <p:cNvSpPr/>
          <p:nvPr userDrawn="1"/>
        </p:nvSpPr>
        <p:spPr>
          <a:xfrm>
            <a:off x="10049319" y="2718520"/>
            <a:ext cx="1218817" cy="121881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0B3AAAB5-1B7C-5567-E7F2-E97DCAFEA821}"/>
              </a:ext>
            </a:extLst>
          </p:cNvPr>
          <p:cNvSpPr/>
          <p:nvPr userDrawn="1"/>
        </p:nvSpPr>
        <p:spPr>
          <a:xfrm flipH="1">
            <a:off x="1418423" y="278651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C6E861CF-DCF3-E6B9-1438-583DC69FFA06}"/>
              </a:ext>
            </a:extLst>
          </p:cNvPr>
          <p:cNvSpPr/>
          <p:nvPr userDrawn="1"/>
        </p:nvSpPr>
        <p:spPr>
          <a:xfrm flipH="1">
            <a:off x="3593035" y="2791555"/>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0F4D24E5-CE49-C81C-1933-88384A77E742}"/>
              </a:ext>
            </a:extLst>
          </p:cNvPr>
          <p:cNvSpPr/>
          <p:nvPr userDrawn="1"/>
        </p:nvSpPr>
        <p:spPr>
          <a:xfrm flipH="1">
            <a:off x="5771884" y="2787528"/>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0F1CA68B-CB89-15A1-13F9-3DD65297D0BD}"/>
              </a:ext>
            </a:extLst>
          </p:cNvPr>
          <p:cNvSpPr/>
          <p:nvPr userDrawn="1"/>
        </p:nvSpPr>
        <p:spPr>
          <a:xfrm flipH="1">
            <a:off x="7915562" y="2796566"/>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3AD773FD-C1E4-FDB0-FDF1-0925375BE2A5}"/>
              </a:ext>
            </a:extLst>
          </p:cNvPr>
          <p:cNvSpPr/>
          <p:nvPr userDrawn="1"/>
        </p:nvSpPr>
        <p:spPr>
          <a:xfrm flipH="1">
            <a:off x="10129886" y="2789071"/>
            <a:ext cx="1071564" cy="1071564"/>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 Placeholder 11">
            <a:extLst>
              <a:ext uri="{FF2B5EF4-FFF2-40B4-BE49-F238E27FC236}">
                <a16:creationId xmlns:a16="http://schemas.microsoft.com/office/drawing/2014/main" id="{ACA633AF-3209-BF0D-1450-6A91ACC8533F}"/>
              </a:ext>
            </a:extLst>
          </p:cNvPr>
          <p:cNvSpPr>
            <a:spLocks noGrp="1"/>
          </p:cNvSpPr>
          <p:nvPr>
            <p:ph type="body" sz="quarter" idx="12"/>
          </p:nvPr>
        </p:nvSpPr>
        <p:spPr>
          <a:xfrm>
            <a:off x="138074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0" name="Text Placeholder 11">
            <a:extLst>
              <a:ext uri="{FF2B5EF4-FFF2-40B4-BE49-F238E27FC236}">
                <a16:creationId xmlns:a16="http://schemas.microsoft.com/office/drawing/2014/main" id="{F70EFB68-D184-8E31-A027-F291D78776BF}"/>
              </a:ext>
            </a:extLst>
          </p:cNvPr>
          <p:cNvSpPr>
            <a:spLocks noGrp="1"/>
          </p:cNvSpPr>
          <p:nvPr>
            <p:ph type="body" sz="quarter" idx="13"/>
          </p:nvPr>
        </p:nvSpPr>
        <p:spPr>
          <a:xfrm>
            <a:off x="138074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1" name="Text Placeholder 11">
            <a:extLst>
              <a:ext uri="{FF2B5EF4-FFF2-40B4-BE49-F238E27FC236}">
                <a16:creationId xmlns:a16="http://schemas.microsoft.com/office/drawing/2014/main" id="{20FBF32C-8DDB-F094-1C74-FDE91B64F981}"/>
              </a:ext>
            </a:extLst>
          </p:cNvPr>
          <p:cNvSpPr>
            <a:spLocks noGrp="1"/>
          </p:cNvSpPr>
          <p:nvPr>
            <p:ph type="body" sz="quarter" idx="14"/>
          </p:nvPr>
        </p:nvSpPr>
        <p:spPr>
          <a:xfrm>
            <a:off x="3538728"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2" name="Text Placeholder 11">
            <a:extLst>
              <a:ext uri="{FF2B5EF4-FFF2-40B4-BE49-F238E27FC236}">
                <a16:creationId xmlns:a16="http://schemas.microsoft.com/office/drawing/2014/main" id="{C5237567-8AEF-3966-7CED-5DA3ACD21E7B}"/>
              </a:ext>
            </a:extLst>
          </p:cNvPr>
          <p:cNvSpPr>
            <a:spLocks noGrp="1"/>
          </p:cNvSpPr>
          <p:nvPr>
            <p:ph type="body" sz="quarter" idx="15"/>
          </p:nvPr>
        </p:nvSpPr>
        <p:spPr>
          <a:xfrm>
            <a:off x="3538728"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3" name="Text Placeholder 11">
            <a:extLst>
              <a:ext uri="{FF2B5EF4-FFF2-40B4-BE49-F238E27FC236}">
                <a16:creationId xmlns:a16="http://schemas.microsoft.com/office/drawing/2014/main" id="{7137587B-C03C-671F-AED7-4B974605AF4F}"/>
              </a:ext>
            </a:extLst>
          </p:cNvPr>
          <p:cNvSpPr>
            <a:spLocks noGrp="1"/>
          </p:cNvSpPr>
          <p:nvPr>
            <p:ph type="body" sz="quarter" idx="16"/>
          </p:nvPr>
        </p:nvSpPr>
        <p:spPr>
          <a:xfrm>
            <a:off x="572414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4" name="Text Placeholder 11">
            <a:extLst>
              <a:ext uri="{FF2B5EF4-FFF2-40B4-BE49-F238E27FC236}">
                <a16:creationId xmlns:a16="http://schemas.microsoft.com/office/drawing/2014/main" id="{25D4A96A-10D9-D4AD-C775-61041F026BA1}"/>
              </a:ext>
            </a:extLst>
          </p:cNvPr>
          <p:cNvSpPr>
            <a:spLocks noGrp="1"/>
          </p:cNvSpPr>
          <p:nvPr>
            <p:ph type="body" sz="quarter" idx="17"/>
          </p:nvPr>
        </p:nvSpPr>
        <p:spPr>
          <a:xfrm>
            <a:off x="572414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5" name="Text Placeholder 11">
            <a:extLst>
              <a:ext uri="{FF2B5EF4-FFF2-40B4-BE49-F238E27FC236}">
                <a16:creationId xmlns:a16="http://schemas.microsoft.com/office/drawing/2014/main" id="{81308FE1-98CC-9FD0-5CF1-5A8E61C5BA93}"/>
              </a:ext>
            </a:extLst>
          </p:cNvPr>
          <p:cNvSpPr>
            <a:spLocks noGrp="1"/>
          </p:cNvSpPr>
          <p:nvPr>
            <p:ph type="body" sz="quarter" idx="18"/>
          </p:nvPr>
        </p:nvSpPr>
        <p:spPr>
          <a:xfrm>
            <a:off x="7872984"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6" name="Text Placeholder 11">
            <a:extLst>
              <a:ext uri="{FF2B5EF4-FFF2-40B4-BE49-F238E27FC236}">
                <a16:creationId xmlns:a16="http://schemas.microsoft.com/office/drawing/2014/main" id="{B6FB197B-711E-A949-62E5-216CBC83FFBC}"/>
              </a:ext>
            </a:extLst>
          </p:cNvPr>
          <p:cNvSpPr>
            <a:spLocks noGrp="1"/>
          </p:cNvSpPr>
          <p:nvPr>
            <p:ph type="body" sz="quarter" idx="19"/>
          </p:nvPr>
        </p:nvSpPr>
        <p:spPr>
          <a:xfrm>
            <a:off x="7872984"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27" name="Text Placeholder 11">
            <a:extLst>
              <a:ext uri="{FF2B5EF4-FFF2-40B4-BE49-F238E27FC236}">
                <a16:creationId xmlns:a16="http://schemas.microsoft.com/office/drawing/2014/main" id="{BC5472B4-CBBF-AC70-5BA8-A0661E663D4A}"/>
              </a:ext>
            </a:extLst>
          </p:cNvPr>
          <p:cNvSpPr>
            <a:spLocks noGrp="1"/>
          </p:cNvSpPr>
          <p:nvPr>
            <p:ph type="body" sz="quarter" idx="20"/>
          </p:nvPr>
        </p:nvSpPr>
        <p:spPr>
          <a:xfrm>
            <a:off x="10058400" y="4114800"/>
            <a:ext cx="1362456" cy="466344"/>
          </a:xfrm>
        </p:spPr>
        <p:txBody>
          <a:bodyPr lIns="91440" tIns="45720" rIns="91440" bIns="45720" anchor="t"/>
          <a:lstStyle>
            <a:lvl1pPr marL="0" indent="0" algn="l">
              <a:lnSpc>
                <a:spcPct val="100000"/>
              </a:lnSpc>
              <a:spcBef>
                <a:spcPts val="0"/>
              </a:spcBef>
              <a:buNone/>
              <a:defRPr sz="2400" b="1" spc="0" baseline="0">
                <a:latin typeface="+mj-lt"/>
              </a:defRPr>
            </a:lvl1pPr>
          </a:lstStyle>
          <a:p>
            <a:pPr lvl="0"/>
            <a:r>
              <a:rPr lang="en-US"/>
              <a:t>Click to edit Master text styles</a:t>
            </a:r>
          </a:p>
        </p:txBody>
      </p:sp>
      <p:sp>
        <p:nvSpPr>
          <p:cNvPr id="28" name="Text Placeholder 11">
            <a:extLst>
              <a:ext uri="{FF2B5EF4-FFF2-40B4-BE49-F238E27FC236}">
                <a16:creationId xmlns:a16="http://schemas.microsoft.com/office/drawing/2014/main" id="{C3CEEBDA-7860-91AD-704A-7A540E1E58F7}"/>
              </a:ext>
            </a:extLst>
          </p:cNvPr>
          <p:cNvSpPr>
            <a:spLocks noGrp="1"/>
          </p:cNvSpPr>
          <p:nvPr>
            <p:ph type="body" sz="quarter" idx="21"/>
          </p:nvPr>
        </p:nvSpPr>
        <p:spPr>
          <a:xfrm>
            <a:off x="10058400" y="4599432"/>
            <a:ext cx="1362456" cy="740664"/>
          </a:xfrm>
        </p:spPr>
        <p:txBody>
          <a:bodyPr anchor="t"/>
          <a:lstStyle>
            <a:lvl1pPr marL="0" indent="0" algn="l">
              <a:lnSpc>
                <a:spcPct val="100000"/>
              </a:lnSpc>
              <a:spcBef>
                <a:spcPts val="0"/>
              </a:spcBef>
              <a:buNone/>
              <a:defRPr sz="1400" spc="0" baseline="0"/>
            </a:lvl1pPr>
          </a:lstStyle>
          <a:p>
            <a:pPr lvl="0"/>
            <a:r>
              <a:rPr lang="en-US"/>
              <a:t>Click to edit Master text styles</a:t>
            </a:r>
          </a:p>
        </p:txBody>
      </p:sp>
      <p:sp>
        <p:nvSpPr>
          <p:cNvPr id="30" name="Picture Placeholder 29">
            <a:extLst>
              <a:ext uri="{FF2B5EF4-FFF2-40B4-BE49-F238E27FC236}">
                <a16:creationId xmlns:a16="http://schemas.microsoft.com/office/drawing/2014/main" id="{DF918527-798D-3B40-E0EA-38C0AEBA6D77}"/>
              </a:ext>
            </a:extLst>
          </p:cNvPr>
          <p:cNvSpPr>
            <a:spLocks noGrp="1"/>
          </p:cNvSpPr>
          <p:nvPr>
            <p:ph type="pic" sz="quarter" idx="22"/>
          </p:nvPr>
        </p:nvSpPr>
        <p:spPr>
          <a:xfrm>
            <a:off x="1648147" y="3018954"/>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1" name="Picture Placeholder 29">
            <a:extLst>
              <a:ext uri="{FF2B5EF4-FFF2-40B4-BE49-F238E27FC236}">
                <a16:creationId xmlns:a16="http://schemas.microsoft.com/office/drawing/2014/main" id="{B0D40292-F2DF-0641-6B78-370AC5C50094}"/>
              </a:ext>
            </a:extLst>
          </p:cNvPr>
          <p:cNvSpPr>
            <a:spLocks noGrp="1"/>
          </p:cNvSpPr>
          <p:nvPr>
            <p:ph type="pic" sz="quarter" idx="23"/>
          </p:nvPr>
        </p:nvSpPr>
        <p:spPr>
          <a:xfrm>
            <a:off x="3805117" y="3011109"/>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2" name="Picture Placeholder 29">
            <a:extLst>
              <a:ext uri="{FF2B5EF4-FFF2-40B4-BE49-F238E27FC236}">
                <a16:creationId xmlns:a16="http://schemas.microsoft.com/office/drawing/2014/main" id="{503DD6AB-C9B3-EBD7-080A-FB219B381225}"/>
              </a:ext>
            </a:extLst>
          </p:cNvPr>
          <p:cNvSpPr>
            <a:spLocks noGrp="1"/>
          </p:cNvSpPr>
          <p:nvPr>
            <p:ph type="pic" sz="quarter" idx="24"/>
          </p:nvPr>
        </p:nvSpPr>
        <p:spPr>
          <a:xfrm>
            <a:off x="5995989" y="3026158"/>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3" name="Picture Placeholder 29">
            <a:extLst>
              <a:ext uri="{FF2B5EF4-FFF2-40B4-BE49-F238E27FC236}">
                <a16:creationId xmlns:a16="http://schemas.microsoft.com/office/drawing/2014/main" id="{E61A9741-3B1C-111D-B260-CF7E7F223F82}"/>
              </a:ext>
            </a:extLst>
          </p:cNvPr>
          <p:cNvSpPr>
            <a:spLocks noGrp="1"/>
          </p:cNvSpPr>
          <p:nvPr>
            <p:ph type="pic" sz="quarter" idx="25"/>
          </p:nvPr>
        </p:nvSpPr>
        <p:spPr>
          <a:xfrm>
            <a:off x="8146207" y="3011109"/>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34" name="Picture Placeholder 29">
            <a:extLst>
              <a:ext uri="{FF2B5EF4-FFF2-40B4-BE49-F238E27FC236}">
                <a16:creationId xmlns:a16="http://schemas.microsoft.com/office/drawing/2014/main" id="{E49C1AE1-BC78-2CE3-D292-61496AC727DE}"/>
              </a:ext>
            </a:extLst>
          </p:cNvPr>
          <p:cNvSpPr>
            <a:spLocks noGrp="1"/>
          </p:cNvSpPr>
          <p:nvPr>
            <p:ph type="pic" sz="quarter" idx="26"/>
          </p:nvPr>
        </p:nvSpPr>
        <p:spPr>
          <a:xfrm>
            <a:off x="10347831" y="3017032"/>
            <a:ext cx="621792" cy="621792"/>
          </a:xfrm>
        </p:spPr>
        <p:txBody>
          <a:bodyPr anchor="ctr"/>
          <a:lstStyle>
            <a:lvl1pPr marL="0" indent="0" algn="ctr">
              <a:buNone/>
              <a:defRPr sz="1000">
                <a:solidFill>
                  <a:schemeClr val="tx1"/>
                </a:solidFill>
              </a:defRPr>
            </a:lvl1pPr>
          </a:lstStyle>
          <a:p>
            <a:r>
              <a:rPr lang="en-US"/>
              <a:t>Click icon to add picture</a:t>
            </a:r>
            <a:endParaRPr lang="en-US" dirty="0"/>
          </a:p>
        </p:txBody>
      </p:sp>
      <p:sp>
        <p:nvSpPr>
          <p:cNvPr id="29" name="Text Placeholder 11">
            <a:extLst>
              <a:ext uri="{FF2B5EF4-FFF2-40B4-BE49-F238E27FC236}">
                <a16:creationId xmlns:a16="http://schemas.microsoft.com/office/drawing/2014/main" id="{3B71C9DC-B9E5-6C34-B451-BA2224CCDDE0}"/>
              </a:ext>
            </a:extLst>
          </p:cNvPr>
          <p:cNvSpPr>
            <a:spLocks noGrp="1"/>
          </p:cNvSpPr>
          <p:nvPr>
            <p:ph type="body" sz="quarter" idx="28"/>
          </p:nvPr>
        </p:nvSpPr>
        <p:spPr>
          <a:xfrm>
            <a:off x="2350008" y="4279392"/>
            <a:ext cx="146304" cy="146304"/>
          </a:xfrm>
          <a:prstGeom prst="ellipse">
            <a:avLst/>
          </a:prstGeom>
          <a:solidFill>
            <a:schemeClr val="accent6"/>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0596D87F-0114-685D-7F97-873DBA557947}"/>
              </a:ext>
            </a:extLst>
          </p:cNvPr>
          <p:cNvSpPr>
            <a:spLocks noGrp="1"/>
          </p:cNvSpPr>
          <p:nvPr>
            <p:ph type="body" sz="quarter" idx="29"/>
          </p:nvPr>
        </p:nvSpPr>
        <p:spPr>
          <a:xfrm>
            <a:off x="4517136" y="4279392"/>
            <a:ext cx="146304" cy="146304"/>
          </a:xfrm>
          <a:prstGeom prst="ellipse">
            <a:avLst/>
          </a:prstGeom>
          <a:solidFill>
            <a:schemeClr val="accent5"/>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7" name="Text Placeholder 11">
            <a:extLst>
              <a:ext uri="{FF2B5EF4-FFF2-40B4-BE49-F238E27FC236}">
                <a16:creationId xmlns:a16="http://schemas.microsoft.com/office/drawing/2014/main" id="{5D4E3F00-5755-F2EF-97C8-0FE775CAE04E}"/>
              </a:ext>
            </a:extLst>
          </p:cNvPr>
          <p:cNvSpPr>
            <a:spLocks noGrp="1"/>
          </p:cNvSpPr>
          <p:nvPr>
            <p:ph type="body" sz="quarter" idx="30"/>
          </p:nvPr>
        </p:nvSpPr>
        <p:spPr>
          <a:xfrm>
            <a:off x="6702552" y="4279392"/>
            <a:ext cx="146304" cy="146304"/>
          </a:xfrm>
          <a:prstGeom prst="ellipse">
            <a:avLst/>
          </a:prstGeom>
          <a:solidFill>
            <a:schemeClr val="accent4"/>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29543A01-39BF-D362-26F8-BD1E7D0D3C86}"/>
              </a:ext>
            </a:extLst>
          </p:cNvPr>
          <p:cNvSpPr>
            <a:spLocks noGrp="1"/>
          </p:cNvSpPr>
          <p:nvPr>
            <p:ph type="body" sz="quarter" idx="31"/>
          </p:nvPr>
        </p:nvSpPr>
        <p:spPr>
          <a:xfrm>
            <a:off x="8842248" y="4279392"/>
            <a:ext cx="146304" cy="146304"/>
          </a:xfrm>
          <a:prstGeom prst="ellipse">
            <a:avLst/>
          </a:prstGeom>
          <a:solidFill>
            <a:schemeClr val="accent2"/>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
        <p:nvSpPr>
          <p:cNvPr id="39" name="Text Placeholder 11">
            <a:extLst>
              <a:ext uri="{FF2B5EF4-FFF2-40B4-BE49-F238E27FC236}">
                <a16:creationId xmlns:a16="http://schemas.microsoft.com/office/drawing/2014/main" id="{BB6B72CD-75B9-D90F-4767-2141AEF3B201}"/>
              </a:ext>
            </a:extLst>
          </p:cNvPr>
          <p:cNvSpPr>
            <a:spLocks noGrp="1"/>
          </p:cNvSpPr>
          <p:nvPr>
            <p:ph type="body" sz="quarter" idx="32"/>
          </p:nvPr>
        </p:nvSpPr>
        <p:spPr>
          <a:xfrm>
            <a:off x="11055096" y="4279392"/>
            <a:ext cx="146304" cy="146304"/>
          </a:xfrm>
          <a:prstGeom prst="ellipse">
            <a:avLst/>
          </a:prstGeom>
          <a:solidFill>
            <a:schemeClr val="accent1"/>
          </a:solidFill>
        </p:spPr>
        <p:txBody>
          <a:bodyPr lIns="0" tIns="0" rIns="0" bIns="0" anchor="ctr"/>
          <a:lstStyle>
            <a:lvl1pPr marL="0" indent="0" algn="ctr">
              <a:lnSpc>
                <a:spcPct val="100000"/>
              </a:lnSpc>
              <a:spcBef>
                <a:spcPts val="0"/>
              </a:spcBef>
              <a:buFont typeface="Arial" panose="020B0604020202020204" pitchFamily="34" charset="0"/>
              <a:buNone/>
              <a:defRPr sz="200" b="0" spc="0" baseline="0">
                <a:noFill/>
                <a:latin typeface="+mj-lt"/>
              </a:defRPr>
            </a:lvl1pPr>
          </a:lstStyle>
          <a:p>
            <a:pPr lvl="0"/>
            <a:r>
              <a:rPr lang="en-US"/>
              <a:t>Click to edit Master text styles</a:t>
            </a:r>
          </a:p>
        </p:txBody>
      </p:sp>
    </p:spTree>
    <p:extLst>
      <p:ext uri="{BB962C8B-B14F-4D97-AF65-F5344CB8AC3E}">
        <p14:creationId xmlns:p14="http://schemas.microsoft.com/office/powerpoint/2010/main" val="12908319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Freeform 10">
            <a:extLst>
              <a:ext uri="{FF2B5EF4-FFF2-40B4-BE49-F238E27FC236}">
                <a16:creationId xmlns:a16="http://schemas.microsoft.com/office/drawing/2014/main" id="{89A27E14-C943-C294-334B-4D6A7500F3B5}"/>
              </a:ext>
            </a:extLst>
          </p:cNvPr>
          <p:cNvSpPr/>
          <p:nvPr userDrawn="1"/>
        </p:nvSpPr>
        <p:spPr>
          <a:xfrm rot="5400000">
            <a:off x="7383937" y="2039848"/>
            <a:ext cx="6858000" cy="2778304"/>
          </a:xfrm>
          <a:custGeom>
            <a:avLst/>
            <a:gdLst>
              <a:gd name="connsiteX0" fmla="*/ 0 w 6858000"/>
              <a:gd name="connsiteY0" fmla="*/ 1050199 h 2778304"/>
              <a:gd name="connsiteX1" fmla="*/ 0 w 6858000"/>
              <a:gd name="connsiteY1" fmla="*/ 0 h 2778304"/>
              <a:gd name="connsiteX2" fmla="*/ 6858000 w 6858000"/>
              <a:gd name="connsiteY2" fmla="*/ 0 h 2778304"/>
              <a:gd name="connsiteX3" fmla="*/ 6858000 w 6858000"/>
              <a:gd name="connsiteY3" fmla="*/ 1193215 h 2778304"/>
              <a:gd name="connsiteX4" fmla="*/ 6790588 w 6858000"/>
              <a:gd name="connsiteY4" fmla="*/ 1211701 h 2778304"/>
              <a:gd name="connsiteX5" fmla="*/ 3050431 w 6858000"/>
              <a:gd name="connsiteY5" fmla="*/ 2778245 h 2778304"/>
              <a:gd name="connsiteX6" fmla="*/ 37813 w 6858000"/>
              <a:gd name="connsiteY6" fmla="*/ 1183549 h 2778304"/>
              <a:gd name="connsiteX7" fmla="*/ 0 w 6858000"/>
              <a:gd name="connsiteY7" fmla="*/ 1050199 h 2778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2778304">
                <a:moveTo>
                  <a:pt x="0" y="1050199"/>
                </a:moveTo>
                <a:lnTo>
                  <a:pt x="0" y="0"/>
                </a:lnTo>
                <a:lnTo>
                  <a:pt x="6858000" y="0"/>
                </a:lnTo>
                <a:lnTo>
                  <a:pt x="6858000" y="1193215"/>
                </a:lnTo>
                <a:lnTo>
                  <a:pt x="6790588" y="1211701"/>
                </a:lnTo>
                <a:cubicBezTo>
                  <a:pt x="5439260" y="1649845"/>
                  <a:pt x="4603740" y="2770251"/>
                  <a:pt x="3050431" y="2778245"/>
                </a:cubicBezTo>
                <a:cubicBezTo>
                  <a:pt x="1377637" y="2786855"/>
                  <a:pt x="283199" y="1854180"/>
                  <a:pt x="37813" y="1183549"/>
                </a:cubicBezTo>
                <a:lnTo>
                  <a:pt x="0" y="1050199"/>
                </a:lnTo>
                <a:close/>
              </a:path>
            </a:pathLst>
          </a:custGeom>
          <a:gradFill flip="none" rotWithShape="1">
            <a:gsLst>
              <a:gs pos="26000">
                <a:schemeClr val="accent3">
                  <a:lumMod val="25000"/>
                </a:schemeClr>
              </a:gs>
              <a:gs pos="73000">
                <a:schemeClr val="accent1">
                  <a:alpha val="33146"/>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11">
            <a:extLst>
              <a:ext uri="{FF2B5EF4-FFF2-40B4-BE49-F238E27FC236}">
                <a16:creationId xmlns:a16="http://schemas.microsoft.com/office/drawing/2014/main" id="{BE5C5BCA-F960-4024-7215-2D2EFD0FEBF3}"/>
              </a:ext>
            </a:extLst>
          </p:cNvPr>
          <p:cNvSpPr/>
          <p:nvPr userDrawn="1"/>
        </p:nvSpPr>
        <p:spPr>
          <a:xfrm rot="16200000" flipV="1">
            <a:off x="7907199" y="2573198"/>
            <a:ext cx="6858000" cy="1711602"/>
          </a:xfrm>
          <a:custGeom>
            <a:avLst/>
            <a:gdLst>
              <a:gd name="connsiteX0" fmla="*/ 6858000 w 6858000"/>
              <a:gd name="connsiteY0" fmla="*/ 1010661 h 1711602"/>
              <a:gd name="connsiteX1" fmla="*/ 6858000 w 6858000"/>
              <a:gd name="connsiteY1" fmla="*/ 0 h 1711602"/>
              <a:gd name="connsiteX2" fmla="*/ 0 w 6858000"/>
              <a:gd name="connsiteY2" fmla="*/ 0 h 1711602"/>
              <a:gd name="connsiteX3" fmla="*/ 0 w 6858000"/>
              <a:gd name="connsiteY3" fmla="*/ 983884 h 1711602"/>
              <a:gd name="connsiteX4" fmla="*/ 11078 w 6858000"/>
              <a:gd name="connsiteY4" fmla="*/ 997657 h 1711602"/>
              <a:gd name="connsiteX5" fmla="*/ 1866819 w 6858000"/>
              <a:gd name="connsiteY5" fmla="*/ 1711565 h 1711602"/>
              <a:gd name="connsiteX6" fmla="*/ 5098965 w 6858000"/>
              <a:gd name="connsiteY6" fmla="*/ 622006 h 1711602"/>
              <a:gd name="connsiteX7" fmla="*/ 6746500 w 6858000"/>
              <a:gd name="connsiteY7" fmla="*/ 959665 h 1711602"/>
              <a:gd name="connsiteX8" fmla="*/ 6858000 w 6858000"/>
              <a:gd name="connsiteY8" fmla="*/ 1010661 h 17116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1711602">
                <a:moveTo>
                  <a:pt x="6858000" y="1010661"/>
                </a:moveTo>
                <a:lnTo>
                  <a:pt x="6858000" y="0"/>
                </a:lnTo>
                <a:lnTo>
                  <a:pt x="0" y="0"/>
                </a:lnTo>
                <a:lnTo>
                  <a:pt x="0" y="983884"/>
                </a:lnTo>
                <a:lnTo>
                  <a:pt x="11078" y="997657"/>
                </a:lnTo>
                <a:cubicBezTo>
                  <a:pt x="328616" y="1355920"/>
                  <a:pt x="976833" y="1715803"/>
                  <a:pt x="1866819" y="1711565"/>
                </a:cubicBezTo>
                <a:cubicBezTo>
                  <a:pt x="3161344" y="1705400"/>
                  <a:pt x="3719617" y="643352"/>
                  <a:pt x="5098965" y="622006"/>
                </a:cubicBezTo>
                <a:cubicBezTo>
                  <a:pt x="5788640" y="611332"/>
                  <a:pt x="6326795" y="775968"/>
                  <a:pt x="6746500" y="959665"/>
                </a:cubicBezTo>
                <a:lnTo>
                  <a:pt x="6858000" y="1010661"/>
                </a:lnTo>
                <a:close/>
              </a:path>
            </a:pathLst>
          </a:custGeom>
          <a:gradFill>
            <a:gsLst>
              <a:gs pos="79000">
                <a:schemeClr val="accent4">
                  <a:lumMod val="75000"/>
                  <a:alpha val="79763"/>
                </a:schemeClr>
              </a:gs>
              <a:gs pos="37000">
                <a:schemeClr val="accent3">
                  <a:lumMod val="25000"/>
                  <a:alpha val="27934"/>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2" name="Freeform 13">
            <a:extLst>
              <a:ext uri="{FF2B5EF4-FFF2-40B4-BE49-F238E27FC236}">
                <a16:creationId xmlns:a16="http://schemas.microsoft.com/office/drawing/2014/main" id="{6F62D03F-D065-13FE-5D30-58C2523BD14D}"/>
              </a:ext>
            </a:extLst>
          </p:cNvPr>
          <p:cNvSpPr/>
          <p:nvPr userDrawn="1"/>
        </p:nvSpPr>
        <p:spPr>
          <a:xfrm rot="5400000">
            <a:off x="7877130" y="2543131"/>
            <a:ext cx="6858001" cy="1771739"/>
          </a:xfrm>
          <a:custGeom>
            <a:avLst/>
            <a:gdLst>
              <a:gd name="connsiteX0" fmla="*/ 0 w 6858001"/>
              <a:gd name="connsiteY0" fmla="*/ 1273784 h 1771739"/>
              <a:gd name="connsiteX1" fmla="*/ 0 w 6858001"/>
              <a:gd name="connsiteY1" fmla="*/ 0 h 1771739"/>
              <a:gd name="connsiteX2" fmla="*/ 6858001 w 6858001"/>
              <a:gd name="connsiteY2" fmla="*/ 0 h 1771739"/>
              <a:gd name="connsiteX3" fmla="*/ 6858001 w 6858001"/>
              <a:gd name="connsiteY3" fmla="*/ 34923 h 1771739"/>
              <a:gd name="connsiteX4" fmla="*/ 6735259 w 6858001"/>
              <a:gd name="connsiteY4" fmla="*/ 32862 h 1771739"/>
              <a:gd name="connsiteX5" fmla="*/ 1961998 w 6858001"/>
              <a:gd name="connsiteY5" fmla="*/ 1771680 h 1771739"/>
              <a:gd name="connsiteX6" fmla="*/ 151257 w 6858001"/>
              <a:gd name="connsiteY6" fmla="*/ 1358806 h 1771739"/>
              <a:gd name="connsiteX7" fmla="*/ 0 w 6858001"/>
              <a:gd name="connsiteY7" fmla="*/ 1273784 h 17717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1" h="1771739">
                <a:moveTo>
                  <a:pt x="0" y="1273784"/>
                </a:moveTo>
                <a:lnTo>
                  <a:pt x="0" y="0"/>
                </a:lnTo>
                <a:lnTo>
                  <a:pt x="6858001" y="0"/>
                </a:lnTo>
                <a:lnTo>
                  <a:pt x="6858001" y="34923"/>
                </a:lnTo>
                <a:lnTo>
                  <a:pt x="6735259" y="32862"/>
                </a:lnTo>
                <a:cubicBezTo>
                  <a:pt x="4698226" y="66929"/>
                  <a:pt x="3873763" y="1761840"/>
                  <a:pt x="1961998" y="1771680"/>
                </a:cubicBezTo>
                <a:cubicBezTo>
                  <a:pt x="1245087" y="1775370"/>
                  <a:pt x="634403" y="1606171"/>
                  <a:pt x="151257" y="1358806"/>
                </a:cubicBezTo>
                <a:lnTo>
                  <a:pt x="0" y="1273784"/>
                </a:lnTo>
                <a:close/>
              </a:path>
            </a:pathLst>
          </a:custGeom>
          <a:gradFill>
            <a:gsLst>
              <a:gs pos="32000">
                <a:schemeClr val="tx2">
                  <a:alpha val="48229"/>
                </a:schemeClr>
              </a:gs>
              <a:gs pos="100000">
                <a:schemeClr val="accent6">
                  <a:alpha val="4858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5541264" y="2185416"/>
            <a:ext cx="3621024"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5541264" y="2743200"/>
            <a:ext cx="3621024"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endParaRPr lang="en-US" dirty="0"/>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4062460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Three Column">
    <p:spTree>
      <p:nvGrpSpPr>
        <p:cNvPr id="1" name=""/>
        <p:cNvGrpSpPr/>
        <p:nvPr/>
      </p:nvGrpSpPr>
      <p:grpSpPr>
        <a:xfrm>
          <a:off x="0" y="0"/>
          <a:ext cx="0" cy="0"/>
          <a:chOff x="0" y="0"/>
          <a:chExt cx="0" cy="0"/>
        </a:xfrm>
      </p:grpSpPr>
      <p:sp>
        <p:nvSpPr>
          <p:cNvPr id="20" name="Freeform: Shape 19">
            <a:extLst>
              <a:ext uri="{FF2B5EF4-FFF2-40B4-BE49-F238E27FC236}">
                <a16:creationId xmlns:a16="http://schemas.microsoft.com/office/drawing/2014/main" id="{C4226C42-B02E-1D4B-77B4-BF0257C6041E}"/>
              </a:ext>
            </a:extLst>
          </p:cNvPr>
          <p:cNvSpPr/>
          <p:nvPr userDrawn="1"/>
        </p:nvSpPr>
        <p:spPr>
          <a:xfrm>
            <a:off x="19485" y="0"/>
            <a:ext cx="6721146" cy="6858000"/>
          </a:xfrm>
          <a:custGeom>
            <a:avLst/>
            <a:gdLst>
              <a:gd name="connsiteX0" fmla="*/ 0 w 6721146"/>
              <a:gd name="connsiteY0" fmla="*/ 0 h 6858000"/>
              <a:gd name="connsiteX1" fmla="*/ 399503 w 6721146"/>
              <a:gd name="connsiteY1" fmla="*/ 0 h 6858000"/>
              <a:gd name="connsiteX2" fmla="*/ 395119 w 6721146"/>
              <a:gd name="connsiteY2" fmla="*/ 19864 h 6858000"/>
              <a:gd name="connsiteX3" fmla="*/ 244176 w 6721146"/>
              <a:gd name="connsiteY3" fmla="*/ 529296 h 6858000"/>
              <a:gd name="connsiteX4" fmla="*/ 993095 w 6721146"/>
              <a:gd name="connsiteY4" fmla="*/ 5197987 h 6858000"/>
              <a:gd name="connsiteX5" fmla="*/ 4989455 w 6721146"/>
              <a:gd name="connsiteY5" fmla="*/ 6468602 h 6858000"/>
              <a:gd name="connsiteX6" fmla="*/ 6648701 w 6721146"/>
              <a:gd name="connsiteY6" fmla="*/ 6787937 h 6858000"/>
              <a:gd name="connsiteX7" fmla="*/ 6721146 w 6721146"/>
              <a:gd name="connsiteY7" fmla="*/ 6858000 h 6858000"/>
              <a:gd name="connsiteX8" fmla="*/ 0 w 6721146"/>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21146" h="6858000">
                <a:moveTo>
                  <a:pt x="0" y="0"/>
                </a:moveTo>
                <a:lnTo>
                  <a:pt x="399503" y="0"/>
                </a:lnTo>
                <a:lnTo>
                  <a:pt x="395119" y="19864"/>
                </a:lnTo>
                <a:cubicBezTo>
                  <a:pt x="355531" y="180505"/>
                  <a:pt x="305509" y="350292"/>
                  <a:pt x="244176" y="529296"/>
                </a:cubicBezTo>
                <a:cubicBezTo>
                  <a:pt x="-223599" y="2697668"/>
                  <a:pt x="276778" y="4254046"/>
                  <a:pt x="993095" y="5197987"/>
                </a:cubicBezTo>
                <a:cubicBezTo>
                  <a:pt x="1709415" y="6141924"/>
                  <a:pt x="3704883" y="6653220"/>
                  <a:pt x="4989455" y="6468602"/>
                </a:cubicBezTo>
                <a:cubicBezTo>
                  <a:pt x="5774573" y="6353740"/>
                  <a:pt x="6315041" y="6502080"/>
                  <a:pt x="6648701" y="6787937"/>
                </a:cubicBezTo>
                <a:lnTo>
                  <a:pt x="6721146" y="6858000"/>
                </a:lnTo>
                <a:lnTo>
                  <a:pt x="0" y="6858000"/>
                </a:lnTo>
                <a:close/>
              </a:path>
            </a:pathLst>
          </a:custGeom>
          <a:gradFill flip="none" rotWithShape="1">
            <a:gsLst>
              <a:gs pos="73000">
                <a:schemeClr val="accent3">
                  <a:lumMod val="25000"/>
                </a:schemeClr>
              </a:gs>
              <a:gs pos="0">
                <a:schemeClr val="accent1">
                  <a:alpha val="2964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8" name="Freeform: Shape 17">
            <a:extLst>
              <a:ext uri="{FF2B5EF4-FFF2-40B4-BE49-F238E27FC236}">
                <a16:creationId xmlns:a16="http://schemas.microsoft.com/office/drawing/2014/main" id="{260C6EA0-9137-97A8-7C78-0FCD8675F1B0}"/>
              </a:ext>
            </a:extLst>
          </p:cNvPr>
          <p:cNvSpPr/>
          <p:nvPr userDrawn="1"/>
        </p:nvSpPr>
        <p:spPr>
          <a:xfrm>
            <a:off x="8497" y="7662"/>
            <a:ext cx="4591137" cy="3588767"/>
          </a:xfrm>
          <a:custGeom>
            <a:avLst/>
            <a:gdLst>
              <a:gd name="connsiteX0" fmla="*/ 0 w 4591137"/>
              <a:gd name="connsiteY0" fmla="*/ 0 h 3588767"/>
              <a:gd name="connsiteX1" fmla="*/ 4591137 w 4591137"/>
              <a:gd name="connsiteY1" fmla="*/ 0 h 3588767"/>
              <a:gd name="connsiteX2" fmla="*/ 4458037 w 4591137"/>
              <a:gd name="connsiteY2" fmla="*/ 139038 h 3588767"/>
              <a:gd name="connsiteX3" fmla="*/ 3406398 w 4591137"/>
              <a:gd name="connsiteY3" fmla="*/ 1512312 h 3588767"/>
              <a:gd name="connsiteX4" fmla="*/ 202105 w 4591137"/>
              <a:gd name="connsiteY4" fmla="*/ 3554432 h 3588767"/>
              <a:gd name="connsiteX5" fmla="*/ 0 w 4591137"/>
              <a:gd name="connsiteY5" fmla="*/ 3506319 h 3588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1137" h="3588767">
                <a:moveTo>
                  <a:pt x="0" y="0"/>
                </a:moveTo>
                <a:lnTo>
                  <a:pt x="4591137" y="0"/>
                </a:lnTo>
                <a:lnTo>
                  <a:pt x="4458037" y="139038"/>
                </a:lnTo>
                <a:cubicBezTo>
                  <a:pt x="4038035" y="589101"/>
                  <a:pt x="3677988" y="1055885"/>
                  <a:pt x="3406398" y="1512312"/>
                </a:cubicBezTo>
                <a:cubicBezTo>
                  <a:pt x="2398561" y="3215836"/>
                  <a:pt x="1221089" y="3736280"/>
                  <a:pt x="202105" y="3554432"/>
                </a:cubicBezTo>
                <a:lnTo>
                  <a:pt x="0" y="3506319"/>
                </a:lnTo>
                <a:close/>
              </a:path>
            </a:pathLst>
          </a:custGeom>
          <a:gradFill flip="none" rotWithShape="1">
            <a:gsLst>
              <a:gs pos="0">
                <a:schemeClr val="accent3">
                  <a:lumMod val="25000"/>
                  <a:alpha val="55687"/>
                </a:schemeClr>
              </a:gs>
              <a:gs pos="99000">
                <a:schemeClr val="accent1">
                  <a:lumMod val="60000"/>
                  <a:lumOff val="40000"/>
                  <a:alpha val="20003"/>
                </a:schemeClr>
              </a:gs>
            </a:gsLst>
            <a:lin ang="189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4" name="Freeform 24">
            <a:extLst>
              <a:ext uri="{FF2B5EF4-FFF2-40B4-BE49-F238E27FC236}">
                <a16:creationId xmlns:a16="http://schemas.microsoft.com/office/drawing/2014/main" id="{2698A246-2716-9361-4EDE-2498058A4C3A}"/>
              </a:ext>
            </a:extLst>
          </p:cNvPr>
          <p:cNvSpPr/>
          <p:nvPr userDrawn="1"/>
        </p:nvSpPr>
        <p:spPr>
          <a:xfrm>
            <a:off x="0" y="0"/>
            <a:ext cx="1893320" cy="2085274"/>
          </a:xfrm>
          <a:custGeom>
            <a:avLst/>
            <a:gdLst>
              <a:gd name="connsiteX0" fmla="*/ 0 w 1893320"/>
              <a:gd name="connsiteY0" fmla="*/ 0 h 2085274"/>
              <a:gd name="connsiteX1" fmla="*/ 1893320 w 1893320"/>
              <a:gd name="connsiteY1" fmla="*/ 0 h 2085274"/>
              <a:gd name="connsiteX2" fmla="*/ 1836420 w 1893320"/>
              <a:gd name="connsiteY2" fmla="*/ 89992 h 2085274"/>
              <a:gd name="connsiteX3" fmla="*/ 1471130 w 1893320"/>
              <a:gd name="connsiteY3" fmla="*/ 883842 h 2085274"/>
              <a:gd name="connsiteX4" fmla="*/ 90049 w 1893320"/>
              <a:gd name="connsiteY4" fmla="*/ 2071651 h 2085274"/>
              <a:gd name="connsiteX5" fmla="*/ 0 w 1893320"/>
              <a:gd name="connsiteY5" fmla="*/ 2052168 h 2085274"/>
              <a:gd name="connsiteX6" fmla="*/ 0 w 1893320"/>
              <a:gd name="connsiteY6" fmla="*/ 0 h 2085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93320" h="2085274">
                <a:moveTo>
                  <a:pt x="0" y="0"/>
                </a:moveTo>
                <a:lnTo>
                  <a:pt x="1893320" y="0"/>
                </a:lnTo>
                <a:lnTo>
                  <a:pt x="1836420" y="89992"/>
                </a:lnTo>
                <a:cubicBezTo>
                  <a:pt x="1676137" y="357859"/>
                  <a:pt x="1549717" y="629674"/>
                  <a:pt x="1471130" y="883842"/>
                </a:cubicBezTo>
                <a:cubicBezTo>
                  <a:pt x="1174602" y="1851540"/>
                  <a:pt x="614067" y="2156914"/>
                  <a:pt x="90049" y="2071651"/>
                </a:cubicBezTo>
                <a:lnTo>
                  <a:pt x="0" y="2052168"/>
                </a:lnTo>
                <a:lnTo>
                  <a:pt x="0" y="0"/>
                </a:lnTo>
                <a:close/>
              </a:path>
            </a:pathLst>
          </a:custGeom>
          <a:solidFill>
            <a:schemeClr val="accent5">
              <a:lumMod val="50000"/>
              <a:alpha val="1074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22">
            <a:extLst>
              <a:ext uri="{FF2B5EF4-FFF2-40B4-BE49-F238E27FC236}">
                <a16:creationId xmlns:a16="http://schemas.microsoft.com/office/drawing/2014/main" id="{F9A7DD52-C2B0-2B91-92C0-905899BB578D}"/>
              </a:ext>
            </a:extLst>
          </p:cNvPr>
          <p:cNvSpPr/>
          <p:nvPr userDrawn="1"/>
        </p:nvSpPr>
        <p:spPr>
          <a:xfrm>
            <a:off x="2" y="5262792"/>
            <a:ext cx="2809260" cy="1595208"/>
          </a:xfrm>
          <a:custGeom>
            <a:avLst/>
            <a:gdLst>
              <a:gd name="connsiteX0" fmla="*/ 0 w 2809260"/>
              <a:gd name="connsiteY0" fmla="*/ 0 h 1595208"/>
              <a:gd name="connsiteX1" fmla="*/ 101140 w 2809260"/>
              <a:gd name="connsiteY1" fmla="*/ 117015 h 1595208"/>
              <a:gd name="connsiteX2" fmla="*/ 2208849 w 2809260"/>
              <a:gd name="connsiteY2" fmla="*/ 1381471 h 1595208"/>
              <a:gd name="connsiteX3" fmla="*/ 2746965 w 2809260"/>
              <a:gd name="connsiteY3" fmla="*/ 1562268 h 1595208"/>
              <a:gd name="connsiteX4" fmla="*/ 2809260 w 2809260"/>
              <a:gd name="connsiteY4" fmla="*/ 1595208 h 1595208"/>
              <a:gd name="connsiteX5" fmla="*/ 0 w 2809260"/>
              <a:gd name="connsiteY5" fmla="*/ 1595207 h 1595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809260" h="1595208">
                <a:moveTo>
                  <a:pt x="0" y="0"/>
                </a:moveTo>
                <a:lnTo>
                  <a:pt x="101140" y="117015"/>
                </a:lnTo>
                <a:cubicBezTo>
                  <a:pt x="653434" y="714877"/>
                  <a:pt x="1509442" y="1220329"/>
                  <a:pt x="2208849" y="1381471"/>
                </a:cubicBezTo>
                <a:cubicBezTo>
                  <a:pt x="2416303" y="1428716"/>
                  <a:pt x="2594874" y="1490011"/>
                  <a:pt x="2746965" y="1562268"/>
                </a:cubicBezTo>
                <a:lnTo>
                  <a:pt x="2809260" y="1595208"/>
                </a:lnTo>
                <a:lnTo>
                  <a:pt x="0" y="1595207"/>
                </a:lnTo>
                <a:close/>
              </a:path>
            </a:pathLst>
          </a:custGeom>
          <a:gradFill flip="none" rotWithShape="1">
            <a:gsLst>
              <a:gs pos="98000">
                <a:schemeClr val="accent5">
                  <a:lumMod val="50000"/>
                  <a:alpha val="67000"/>
                </a:schemeClr>
              </a:gs>
              <a:gs pos="0">
                <a:schemeClr val="accent6">
                  <a:alpha val="45000"/>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6" name="Freeform 29">
            <a:extLst>
              <a:ext uri="{FF2B5EF4-FFF2-40B4-BE49-F238E27FC236}">
                <a16:creationId xmlns:a16="http://schemas.microsoft.com/office/drawing/2014/main" id="{73541AB3-4000-4259-4112-06DA0F0728A5}"/>
              </a:ext>
            </a:extLst>
          </p:cNvPr>
          <p:cNvSpPr/>
          <p:nvPr userDrawn="1"/>
        </p:nvSpPr>
        <p:spPr>
          <a:xfrm>
            <a:off x="10193397" y="2730129"/>
            <a:ext cx="1979119" cy="4127871"/>
          </a:xfrm>
          <a:custGeom>
            <a:avLst/>
            <a:gdLst>
              <a:gd name="connsiteX0" fmla="*/ 1979119 w 1979119"/>
              <a:gd name="connsiteY0" fmla="*/ 0 h 4127871"/>
              <a:gd name="connsiteX1" fmla="*/ 1979119 w 1979119"/>
              <a:gd name="connsiteY1" fmla="*/ 4127871 h 4127871"/>
              <a:gd name="connsiteX2" fmla="*/ 0 w 1979119"/>
              <a:gd name="connsiteY2" fmla="*/ 4127871 h 4127871"/>
              <a:gd name="connsiteX3" fmla="*/ 113381 w 1979119"/>
              <a:gd name="connsiteY3" fmla="*/ 3939685 h 4127871"/>
              <a:gd name="connsiteX4" fmla="*/ 893390 w 1979119"/>
              <a:gd name="connsiteY4" fmla="*/ 1926136 h 4127871"/>
              <a:gd name="connsiteX5" fmla="*/ 1827429 w 1979119"/>
              <a:gd name="connsiteY5" fmla="*/ 103152 h 4127871"/>
              <a:gd name="connsiteX6" fmla="*/ 1979119 w 1979119"/>
              <a:gd name="connsiteY6" fmla="*/ 0 h 4127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979119" h="4127871">
                <a:moveTo>
                  <a:pt x="1979119" y="0"/>
                </a:moveTo>
                <a:lnTo>
                  <a:pt x="1979119" y="4127871"/>
                </a:lnTo>
                <a:lnTo>
                  <a:pt x="0" y="4127871"/>
                </a:lnTo>
                <a:lnTo>
                  <a:pt x="113381" y="3939685"/>
                </a:lnTo>
                <a:cubicBezTo>
                  <a:pt x="496433" y="3268400"/>
                  <a:pt x="776925" y="2555572"/>
                  <a:pt x="893390" y="1926136"/>
                </a:cubicBezTo>
                <a:cubicBezTo>
                  <a:pt x="1059875" y="1013485"/>
                  <a:pt x="1404160" y="429246"/>
                  <a:pt x="1827429" y="103152"/>
                </a:cubicBezTo>
                <a:lnTo>
                  <a:pt x="1979119" y="0"/>
                </a:lnTo>
                <a:close/>
              </a:path>
            </a:pathLst>
          </a:custGeom>
          <a:gradFill>
            <a:gsLst>
              <a:gs pos="83000">
                <a:schemeClr val="accent5">
                  <a:lumMod val="58000"/>
                  <a:alpha val="35019"/>
                </a:schemeClr>
              </a:gs>
              <a:gs pos="0">
                <a:schemeClr val="accent6">
                  <a:lumMod val="89923"/>
                  <a:lumOff val="10077"/>
                  <a:alpha val="3555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A0D1FF5-7EF8-4250-A259-43050ABBD3B6}"/>
              </a:ext>
            </a:extLst>
          </p:cNvPr>
          <p:cNvSpPr>
            <a:spLocks noGrp="1"/>
          </p:cNvSpPr>
          <p:nvPr>
            <p:ph type="title"/>
          </p:nvPr>
        </p:nvSpPr>
        <p:spPr>
          <a:xfrm>
            <a:off x="1545336" y="822960"/>
            <a:ext cx="8878824" cy="1069848"/>
          </a:xfrm>
        </p:spPr>
        <p:txBody>
          <a:bodyPr anchor="b"/>
          <a:lstStyle>
            <a:lvl1pPr algn="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73DC3A9-D4E6-42CF-91A8-F267C7C66CCB}"/>
              </a:ext>
            </a:extLst>
          </p:cNvPr>
          <p:cNvSpPr>
            <a:spLocks noGrp="1"/>
          </p:cNvSpPr>
          <p:nvPr>
            <p:ph type="body" idx="1"/>
          </p:nvPr>
        </p:nvSpPr>
        <p:spPr>
          <a:xfrm>
            <a:off x="1536192"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752CCA9-53A3-4DA5-AD45-C2A2C12A3A6A}"/>
              </a:ext>
            </a:extLst>
          </p:cNvPr>
          <p:cNvSpPr>
            <a:spLocks noGrp="1"/>
          </p:cNvSpPr>
          <p:nvPr>
            <p:ph sz="half" idx="2"/>
          </p:nvPr>
        </p:nvSpPr>
        <p:spPr>
          <a:xfrm>
            <a:off x="1536192"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100C9C6-BD61-4D2C-9146-FB785BAE4FF3}"/>
              </a:ext>
            </a:extLst>
          </p:cNvPr>
          <p:cNvSpPr>
            <a:spLocks noGrp="1"/>
          </p:cNvSpPr>
          <p:nvPr>
            <p:ph type="body" sz="quarter" idx="3"/>
          </p:nvPr>
        </p:nvSpPr>
        <p:spPr>
          <a:xfrm>
            <a:off x="4754880"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E342EE-68BB-484D-98C3-48A7847549D4}"/>
              </a:ext>
            </a:extLst>
          </p:cNvPr>
          <p:cNvSpPr>
            <a:spLocks noGrp="1"/>
          </p:cNvSpPr>
          <p:nvPr>
            <p:ph sz="quarter" idx="4"/>
          </p:nvPr>
        </p:nvSpPr>
        <p:spPr>
          <a:xfrm>
            <a:off x="4754880"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a:extLst>
              <a:ext uri="{FF2B5EF4-FFF2-40B4-BE49-F238E27FC236}">
                <a16:creationId xmlns:a16="http://schemas.microsoft.com/office/drawing/2014/main" id="{285D9D7D-8D9A-473E-AF0D-EF1940D793C3}"/>
              </a:ext>
            </a:extLst>
          </p:cNvPr>
          <p:cNvSpPr>
            <a:spLocks noGrp="1"/>
          </p:cNvSpPr>
          <p:nvPr>
            <p:ph type="sldNum" sz="quarter" idx="12"/>
          </p:nvPr>
        </p:nvSpPr>
        <p:spPr/>
        <p:txBody>
          <a:bodyPr/>
          <a:lstStyle/>
          <a:p>
            <a:fld id="{294A09A9-5501-47C1-A89A-A340965A2BE2}" type="slidenum">
              <a:rPr lang="en-US" smtClean="0"/>
              <a:t>‹#›</a:t>
            </a:fld>
            <a:endParaRPr lang="en-US" dirty="0"/>
          </a:p>
        </p:txBody>
      </p:sp>
      <p:sp>
        <p:nvSpPr>
          <p:cNvPr id="8" name="Footer Placeholder 7">
            <a:extLst>
              <a:ext uri="{FF2B5EF4-FFF2-40B4-BE49-F238E27FC236}">
                <a16:creationId xmlns:a16="http://schemas.microsoft.com/office/drawing/2014/main" id="{3A51CCCC-1589-401D-AE98-FC28716301EF}"/>
              </a:ext>
            </a:extLst>
          </p:cNvPr>
          <p:cNvSpPr>
            <a:spLocks noGrp="1"/>
          </p:cNvSpPr>
          <p:nvPr>
            <p:ph type="ftr" sz="quarter" idx="11"/>
          </p:nvPr>
        </p:nvSpPr>
        <p:spPr/>
        <p:txBody>
          <a:bodyPr/>
          <a:lstStyle/>
          <a:p>
            <a:r>
              <a:rPr lang="en-US"/>
              <a:t>Crypto: investing &amp; trading</a:t>
            </a:r>
            <a:endParaRPr lang="en-US" dirty="0"/>
          </a:p>
        </p:txBody>
      </p:sp>
      <p:cxnSp>
        <p:nvCxnSpPr>
          <p:cNvPr id="21" name="Straight Connector 20">
            <a:extLst>
              <a:ext uri="{FF2B5EF4-FFF2-40B4-BE49-F238E27FC236}">
                <a16:creationId xmlns:a16="http://schemas.microsoft.com/office/drawing/2014/main" id="{DC963910-7C6F-7474-84FF-C53D235027B8}"/>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4" name="Text Placeholder 4">
            <a:extLst>
              <a:ext uri="{FF2B5EF4-FFF2-40B4-BE49-F238E27FC236}">
                <a16:creationId xmlns:a16="http://schemas.microsoft.com/office/drawing/2014/main" id="{43CEC7BC-C46D-D3AD-22D8-8737322B7E20}"/>
              </a:ext>
            </a:extLst>
          </p:cNvPr>
          <p:cNvSpPr>
            <a:spLocks noGrp="1"/>
          </p:cNvSpPr>
          <p:nvPr>
            <p:ph type="body" sz="quarter" idx="13"/>
          </p:nvPr>
        </p:nvSpPr>
        <p:spPr>
          <a:xfrm>
            <a:off x="7973568" y="2185416"/>
            <a:ext cx="2953512" cy="493776"/>
          </a:xfrm>
        </p:spPr>
        <p:txBody>
          <a:bodyPr anchor="t"/>
          <a:lstStyle>
            <a:lvl1pPr marL="0" indent="0">
              <a:buNone/>
              <a:defRPr sz="24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5" name="Content Placeholder 5">
            <a:extLst>
              <a:ext uri="{FF2B5EF4-FFF2-40B4-BE49-F238E27FC236}">
                <a16:creationId xmlns:a16="http://schemas.microsoft.com/office/drawing/2014/main" id="{658FA801-D400-D7FB-6241-4A41BBAAA0D1}"/>
              </a:ext>
            </a:extLst>
          </p:cNvPr>
          <p:cNvSpPr>
            <a:spLocks noGrp="1"/>
          </p:cNvSpPr>
          <p:nvPr>
            <p:ph sz="quarter" idx="14"/>
          </p:nvPr>
        </p:nvSpPr>
        <p:spPr>
          <a:xfrm>
            <a:off x="7973568" y="2743200"/>
            <a:ext cx="2953512" cy="2578608"/>
          </a:xfrm>
        </p:spPr>
        <p:txBody>
          <a:bodyPr/>
          <a:lstStyle>
            <a:lvl1pPr marL="228600" indent="-228600">
              <a:defRPr sz="1800"/>
            </a:lvl1pPr>
            <a:lvl2pPr indent="-228600">
              <a:defRPr sz="1600"/>
            </a:lvl2pPr>
            <a:lvl3pPr indent="-228600">
              <a:defRPr sz="1400"/>
            </a:lvl3pPr>
            <a:lvl4pPr indent="-228600">
              <a:defRPr sz="1200"/>
            </a:lvl4pPr>
            <a:lvl5pPr indent="-228600">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03394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am 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832104"/>
            <a:ext cx="8878824" cy="1069848"/>
          </a:xfrm>
        </p:spPr>
        <p:txBody>
          <a:bodyPr anchor="b"/>
          <a:lstStyle>
            <a:lvl1pPr algn="ctr">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5" name="Oval 4">
            <a:extLst>
              <a:ext uri="{FF2B5EF4-FFF2-40B4-BE49-F238E27FC236}">
                <a16:creationId xmlns:a16="http://schemas.microsoft.com/office/drawing/2014/main" id="{31740CAD-6CDA-9014-8875-BCECEECE0522}"/>
              </a:ext>
            </a:extLst>
          </p:cNvPr>
          <p:cNvSpPr/>
          <p:nvPr userDrawn="1"/>
        </p:nvSpPr>
        <p:spPr>
          <a:xfrm flipH="1">
            <a:off x="3791017" y="2349814"/>
            <a:ext cx="2058045" cy="205804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16E536D1-EF07-9062-CA32-986876ED933F}"/>
              </a:ext>
            </a:extLst>
          </p:cNvPr>
          <p:cNvSpPr/>
          <p:nvPr userDrawn="1"/>
        </p:nvSpPr>
        <p:spPr>
          <a:xfrm flipH="1">
            <a:off x="8929767" y="2349814"/>
            <a:ext cx="2058045" cy="205804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5D09D35C-DD66-8B6A-98FE-003262BBE72D}"/>
              </a:ext>
            </a:extLst>
          </p:cNvPr>
          <p:cNvSpPr/>
          <p:nvPr userDrawn="1"/>
        </p:nvSpPr>
        <p:spPr>
          <a:xfrm flipH="1">
            <a:off x="6342947" y="2349814"/>
            <a:ext cx="2058045" cy="205804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F0E263D2-96A8-9EB3-2175-1DB2FD5CB609}"/>
              </a:ext>
            </a:extLst>
          </p:cNvPr>
          <p:cNvSpPr/>
          <p:nvPr userDrawn="1"/>
        </p:nvSpPr>
        <p:spPr>
          <a:xfrm flipH="1">
            <a:off x="1247942" y="2349814"/>
            <a:ext cx="2058045" cy="205804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042524"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042524"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62712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62712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096000"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096000"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24349" y="4508648"/>
            <a:ext cx="2468880" cy="365760"/>
          </a:xfrm>
        </p:spPr>
        <p:txBody>
          <a:bodyPr lIns="0" tIns="0" rIns="0" bIns="0" anchor="t"/>
          <a:lstStyle>
            <a:lvl1pPr marL="0" indent="0" algn="ctr">
              <a:lnSpc>
                <a:spcPct val="100000"/>
              </a:lnSpc>
              <a:spcBef>
                <a:spcPts val="0"/>
              </a:spcBef>
              <a:buNone/>
              <a:defRPr sz="2000" b="1" spc="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24349" y="4879877"/>
            <a:ext cx="2468880" cy="274638"/>
          </a:xfrm>
        </p:spPr>
        <p:txBody>
          <a:bodyPr anchor="t"/>
          <a:lstStyle>
            <a:lvl1pPr marL="0" indent="0" algn="ctr">
              <a:lnSpc>
                <a:spcPct val="100000"/>
              </a:lnSpc>
              <a:spcBef>
                <a:spcPts val="0"/>
              </a:spcBef>
              <a:buNone/>
              <a:defRPr sz="1600" spc="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399285"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394678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49871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085537" y="2505584"/>
            <a:ext cx="1746504" cy="1746504"/>
          </a:xfrm>
          <a:prstGeom prst="ellipse">
            <a:avLst/>
          </a:prstGeom>
        </p:spPr>
        <p:txBody>
          <a:bodyPr anchor="ctr"/>
          <a:lstStyle>
            <a:lvl1pPr marL="0" indent="0" algn="ctr">
              <a:buNone/>
              <a:defRPr sz="1100"/>
            </a:lvl1pPr>
          </a:lstStyle>
          <a:p>
            <a:r>
              <a:rPr lang="en-US"/>
              <a:t>Click icon to add picture</a:t>
            </a:r>
            <a:endParaRPr lang="en-US" dirty="0"/>
          </a:p>
        </p:txBody>
      </p:sp>
    </p:spTree>
    <p:extLst>
      <p:ext uri="{BB962C8B-B14F-4D97-AF65-F5344CB8AC3E}">
        <p14:creationId xmlns:p14="http://schemas.microsoft.com/office/powerpoint/2010/main" val="37842011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am x8">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3CF1AC86-4E83-EED8-9FB5-635710111D45}"/>
              </a:ext>
            </a:extLst>
          </p:cNvPr>
          <p:cNvSpPr/>
          <p:nvPr userDrawn="1"/>
        </p:nvSpPr>
        <p:spPr>
          <a:xfrm flipH="1">
            <a:off x="1704107" y="4055522"/>
            <a:ext cx="1231495" cy="1231495"/>
          </a:xfrm>
          <a:prstGeom prst="ellipse">
            <a:avLst/>
          </a:prstGeom>
          <a:gradFill flip="none" rotWithShape="1">
            <a:gsLst>
              <a:gs pos="18000">
                <a:schemeClr val="accent3"/>
              </a:gs>
              <a:gs pos="52000">
                <a:schemeClr val="accent5">
                  <a:alpha val="69515"/>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803E890B-5D84-F4A6-E963-051A1C52577D}"/>
              </a:ext>
            </a:extLst>
          </p:cNvPr>
          <p:cNvSpPr/>
          <p:nvPr userDrawn="1"/>
        </p:nvSpPr>
        <p:spPr>
          <a:xfrm flipH="1">
            <a:off x="4228381" y="1853643"/>
            <a:ext cx="1231495" cy="1231495"/>
          </a:xfrm>
          <a:prstGeom prst="ellipse">
            <a:avLst/>
          </a:prstGeom>
          <a:gradFill flip="none" rotWithShape="1">
            <a:gsLst>
              <a:gs pos="18000">
                <a:schemeClr val="accent3"/>
              </a:gs>
              <a:gs pos="52000">
                <a:schemeClr val="accent5">
                  <a:alpha val="69515"/>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CA321B0B-6EF1-E460-8E13-3BBE774FA148}"/>
              </a:ext>
            </a:extLst>
          </p:cNvPr>
          <p:cNvSpPr/>
          <p:nvPr userDrawn="1"/>
        </p:nvSpPr>
        <p:spPr>
          <a:xfrm flipH="1">
            <a:off x="6752655" y="4055275"/>
            <a:ext cx="1231495" cy="1231495"/>
          </a:xfrm>
          <a:prstGeom prst="ellipse">
            <a:avLst/>
          </a:prstGeom>
          <a:gradFill flip="none" rotWithShape="1">
            <a:gsLst>
              <a:gs pos="18000">
                <a:schemeClr val="accent3"/>
              </a:gs>
              <a:gs pos="52000">
                <a:schemeClr val="accent5">
                  <a:alpha val="69515"/>
                </a:schemeClr>
              </a:gs>
            </a:gsLst>
            <a:path path="circle">
              <a:fillToRect t="100000" r="100000"/>
            </a:path>
            <a:tileRect l="-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898AB146-30D1-CD59-5D88-5097CF8561D1}"/>
              </a:ext>
            </a:extLst>
          </p:cNvPr>
          <p:cNvSpPr/>
          <p:nvPr userDrawn="1"/>
        </p:nvSpPr>
        <p:spPr>
          <a:xfrm flipH="1">
            <a:off x="9280950" y="4066155"/>
            <a:ext cx="1231495" cy="1231495"/>
          </a:xfrm>
          <a:prstGeom prst="ellipse">
            <a:avLst/>
          </a:prstGeom>
          <a:gradFill flip="none" rotWithShape="1">
            <a:gsLst>
              <a:gs pos="0">
                <a:schemeClr val="accent1"/>
              </a:gs>
              <a:gs pos="77000">
                <a:schemeClr val="accent6">
                  <a:alpha val="69284"/>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4FE52614-CC2D-3550-FDBA-9D7D76ED0F72}"/>
              </a:ext>
            </a:extLst>
          </p:cNvPr>
          <p:cNvSpPr/>
          <p:nvPr userDrawn="1"/>
        </p:nvSpPr>
        <p:spPr>
          <a:xfrm flipH="1">
            <a:off x="4228381" y="4056366"/>
            <a:ext cx="1231495" cy="1231495"/>
          </a:xfrm>
          <a:prstGeom prst="ellipse">
            <a:avLst/>
          </a:prstGeom>
          <a:gradFill flip="none" rotWithShape="1">
            <a:gsLst>
              <a:gs pos="0">
                <a:schemeClr val="accent1"/>
              </a:gs>
              <a:gs pos="77000">
                <a:schemeClr val="accent6">
                  <a:alpha val="69284"/>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D19BEA3C-B965-CC70-315C-7C531CD7AA4A}"/>
              </a:ext>
            </a:extLst>
          </p:cNvPr>
          <p:cNvSpPr/>
          <p:nvPr userDrawn="1"/>
        </p:nvSpPr>
        <p:spPr>
          <a:xfrm flipH="1">
            <a:off x="9276929" y="1861862"/>
            <a:ext cx="1231495" cy="1231495"/>
          </a:xfrm>
          <a:prstGeom prst="ellipse">
            <a:avLst/>
          </a:prstGeom>
          <a:gradFill flip="none" rotWithShape="1">
            <a:gsLst>
              <a:gs pos="18000">
                <a:schemeClr val="accent3"/>
              </a:gs>
              <a:gs pos="52000">
                <a:schemeClr val="accent5">
                  <a:alpha val="69515"/>
                </a:schemeClr>
              </a:gs>
            </a:gsLst>
            <a:path path="circle">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DBCCE6E9-C40E-A684-457C-F08C974BD59F}"/>
              </a:ext>
            </a:extLst>
          </p:cNvPr>
          <p:cNvSpPr/>
          <p:nvPr userDrawn="1"/>
        </p:nvSpPr>
        <p:spPr>
          <a:xfrm flipH="1">
            <a:off x="6752655" y="1855810"/>
            <a:ext cx="1231495" cy="1231495"/>
          </a:xfrm>
          <a:prstGeom prst="ellipse">
            <a:avLst/>
          </a:prstGeom>
          <a:gradFill flip="none" rotWithShape="1">
            <a:gsLst>
              <a:gs pos="0">
                <a:schemeClr val="accent1"/>
              </a:gs>
              <a:gs pos="77000">
                <a:schemeClr val="accent6">
                  <a:alpha val="69284"/>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E9B5F0D0-ABA3-5B0F-77C9-C5B64A613F84}"/>
              </a:ext>
            </a:extLst>
          </p:cNvPr>
          <p:cNvSpPr/>
          <p:nvPr userDrawn="1"/>
        </p:nvSpPr>
        <p:spPr>
          <a:xfrm flipH="1">
            <a:off x="1692043" y="1846020"/>
            <a:ext cx="1231495" cy="1231495"/>
          </a:xfrm>
          <a:prstGeom prst="ellipse">
            <a:avLst/>
          </a:prstGeom>
          <a:gradFill>
            <a:gsLst>
              <a:gs pos="0">
                <a:schemeClr val="accent1"/>
              </a:gs>
              <a:gs pos="77000">
                <a:schemeClr val="accent6">
                  <a:alpha val="69284"/>
                </a:schemeClr>
              </a:gs>
            </a:gsLst>
            <a:path path="circle">
              <a:fillToRect t="100000" r="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4515CD9-7B09-FB25-0368-96365B9DD51C}"/>
              </a:ext>
            </a:extLst>
          </p:cNvPr>
          <p:cNvSpPr>
            <a:spLocks noGrp="1"/>
          </p:cNvSpPr>
          <p:nvPr>
            <p:ph type="title"/>
          </p:nvPr>
        </p:nvSpPr>
        <p:spPr>
          <a:xfrm>
            <a:off x="1656588" y="338328"/>
            <a:ext cx="8878824" cy="1069848"/>
          </a:xfrm>
        </p:spPr>
        <p:txBody>
          <a:bodyPr anchor="b"/>
          <a:lstStyle>
            <a:lvl1pPr algn="ctr">
              <a:defRPr/>
            </a:lvl1pPr>
          </a:lstStyle>
          <a:p>
            <a:r>
              <a:rPr lang="en-US"/>
              <a:t>Click to edit Master title style</a:t>
            </a:r>
          </a:p>
        </p:txBody>
      </p:sp>
      <p:sp>
        <p:nvSpPr>
          <p:cNvPr id="3" name="Footer Placeholder 2">
            <a:extLst>
              <a:ext uri="{FF2B5EF4-FFF2-40B4-BE49-F238E27FC236}">
                <a16:creationId xmlns:a16="http://schemas.microsoft.com/office/drawing/2014/main" id="{6DC6BE5A-F1AC-214F-638D-C6C21E51BFB2}"/>
              </a:ext>
            </a:extLst>
          </p:cNvPr>
          <p:cNvSpPr>
            <a:spLocks noGrp="1"/>
          </p:cNvSpPr>
          <p:nvPr>
            <p:ph type="ftr" sz="quarter" idx="10"/>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0AB127D4-BE09-1C43-0562-195F20C8A05C}"/>
              </a:ext>
            </a:extLst>
          </p:cNvPr>
          <p:cNvSpPr>
            <a:spLocks noGrp="1"/>
          </p:cNvSpPr>
          <p:nvPr>
            <p:ph type="sldNum" sz="quarter" idx="11"/>
          </p:nvPr>
        </p:nvSpPr>
        <p:spPr/>
        <p:txBody>
          <a:bodyPr/>
          <a:lstStyle/>
          <a:p>
            <a:fld id="{294A09A9-5501-47C1-A89A-A340965A2BE2}" type="slidenum">
              <a:rPr lang="en-US" smtClean="0"/>
              <a:pPr/>
              <a:t>‹#›</a:t>
            </a:fld>
            <a:endParaRPr lang="en-US" dirty="0"/>
          </a:p>
        </p:txBody>
      </p:sp>
      <p:sp>
        <p:nvSpPr>
          <p:cNvPr id="12" name="Text Placeholder 11">
            <a:extLst>
              <a:ext uri="{FF2B5EF4-FFF2-40B4-BE49-F238E27FC236}">
                <a16:creationId xmlns:a16="http://schemas.microsoft.com/office/drawing/2014/main" id="{8B3517CD-F786-4206-2455-E4C3BD987425}"/>
              </a:ext>
            </a:extLst>
          </p:cNvPr>
          <p:cNvSpPr>
            <a:spLocks noGrp="1"/>
          </p:cNvSpPr>
          <p:nvPr>
            <p:ph type="body" sz="quarter" idx="12"/>
          </p:nvPr>
        </p:nvSpPr>
        <p:spPr>
          <a:xfrm>
            <a:off x="1176854"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3" name="Text Placeholder 11">
            <a:extLst>
              <a:ext uri="{FF2B5EF4-FFF2-40B4-BE49-F238E27FC236}">
                <a16:creationId xmlns:a16="http://schemas.microsoft.com/office/drawing/2014/main" id="{9978C389-1D90-6CEB-1D34-D69BF78983F7}"/>
              </a:ext>
            </a:extLst>
          </p:cNvPr>
          <p:cNvSpPr>
            <a:spLocks noGrp="1"/>
          </p:cNvSpPr>
          <p:nvPr>
            <p:ph type="body" sz="quarter" idx="13"/>
          </p:nvPr>
        </p:nvSpPr>
        <p:spPr>
          <a:xfrm>
            <a:off x="1176854"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4" name="Text Placeholder 11">
            <a:extLst>
              <a:ext uri="{FF2B5EF4-FFF2-40B4-BE49-F238E27FC236}">
                <a16:creationId xmlns:a16="http://schemas.microsoft.com/office/drawing/2014/main" id="{12B5D758-2B43-B448-79C9-1F09317F866C}"/>
              </a:ext>
            </a:extLst>
          </p:cNvPr>
          <p:cNvSpPr>
            <a:spLocks noGrp="1"/>
          </p:cNvSpPr>
          <p:nvPr>
            <p:ph type="body" sz="quarter" idx="14"/>
          </p:nvPr>
        </p:nvSpPr>
        <p:spPr>
          <a:xfrm>
            <a:off x="3701128"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5" name="Text Placeholder 11">
            <a:extLst>
              <a:ext uri="{FF2B5EF4-FFF2-40B4-BE49-F238E27FC236}">
                <a16:creationId xmlns:a16="http://schemas.microsoft.com/office/drawing/2014/main" id="{65404FC1-F068-1D2B-A3D6-59F44099DD2D}"/>
              </a:ext>
            </a:extLst>
          </p:cNvPr>
          <p:cNvSpPr>
            <a:spLocks noGrp="1"/>
          </p:cNvSpPr>
          <p:nvPr>
            <p:ph type="body" sz="quarter" idx="15"/>
          </p:nvPr>
        </p:nvSpPr>
        <p:spPr>
          <a:xfrm>
            <a:off x="3701128"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6" name="Text Placeholder 11">
            <a:extLst>
              <a:ext uri="{FF2B5EF4-FFF2-40B4-BE49-F238E27FC236}">
                <a16:creationId xmlns:a16="http://schemas.microsoft.com/office/drawing/2014/main" id="{5F0B1C4A-F0AC-3974-6F79-9CCF799976B3}"/>
              </a:ext>
            </a:extLst>
          </p:cNvPr>
          <p:cNvSpPr>
            <a:spLocks noGrp="1"/>
          </p:cNvSpPr>
          <p:nvPr>
            <p:ph type="body" sz="quarter" idx="16"/>
          </p:nvPr>
        </p:nvSpPr>
        <p:spPr>
          <a:xfrm>
            <a:off x="6225402"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7" name="Text Placeholder 11">
            <a:extLst>
              <a:ext uri="{FF2B5EF4-FFF2-40B4-BE49-F238E27FC236}">
                <a16:creationId xmlns:a16="http://schemas.microsoft.com/office/drawing/2014/main" id="{5C12C91B-3BBC-019A-22DF-DF71A287D58E}"/>
              </a:ext>
            </a:extLst>
          </p:cNvPr>
          <p:cNvSpPr>
            <a:spLocks noGrp="1"/>
          </p:cNvSpPr>
          <p:nvPr>
            <p:ph type="body" sz="quarter" idx="17"/>
          </p:nvPr>
        </p:nvSpPr>
        <p:spPr>
          <a:xfrm>
            <a:off x="6225402"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18" name="Text Placeholder 11">
            <a:extLst>
              <a:ext uri="{FF2B5EF4-FFF2-40B4-BE49-F238E27FC236}">
                <a16:creationId xmlns:a16="http://schemas.microsoft.com/office/drawing/2014/main" id="{BB3FD4C7-50B9-E37D-A077-B15D8C6DB9A4}"/>
              </a:ext>
            </a:extLst>
          </p:cNvPr>
          <p:cNvSpPr>
            <a:spLocks noGrp="1"/>
          </p:cNvSpPr>
          <p:nvPr>
            <p:ph type="body" sz="quarter" idx="18"/>
          </p:nvPr>
        </p:nvSpPr>
        <p:spPr>
          <a:xfrm>
            <a:off x="8749676" y="3209544"/>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19" name="Text Placeholder 11">
            <a:extLst>
              <a:ext uri="{FF2B5EF4-FFF2-40B4-BE49-F238E27FC236}">
                <a16:creationId xmlns:a16="http://schemas.microsoft.com/office/drawing/2014/main" id="{486092F0-1D91-8C7F-EEFE-A7D79FF89C19}"/>
              </a:ext>
            </a:extLst>
          </p:cNvPr>
          <p:cNvSpPr>
            <a:spLocks noGrp="1"/>
          </p:cNvSpPr>
          <p:nvPr>
            <p:ph type="body" sz="quarter" idx="19"/>
          </p:nvPr>
        </p:nvSpPr>
        <p:spPr>
          <a:xfrm>
            <a:off x="8749676" y="3447288"/>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21" name="Picture Placeholder 20">
            <a:extLst>
              <a:ext uri="{FF2B5EF4-FFF2-40B4-BE49-F238E27FC236}">
                <a16:creationId xmlns:a16="http://schemas.microsoft.com/office/drawing/2014/main" id="{8D38BBA9-DB40-81D9-4D13-4351576F9FD3}"/>
              </a:ext>
            </a:extLst>
          </p:cNvPr>
          <p:cNvSpPr>
            <a:spLocks noGrp="1"/>
          </p:cNvSpPr>
          <p:nvPr>
            <p:ph type="pic" sz="quarter" idx="20"/>
          </p:nvPr>
        </p:nvSpPr>
        <p:spPr>
          <a:xfrm>
            <a:off x="1782010"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2" name="Picture Placeholder 20">
            <a:extLst>
              <a:ext uri="{FF2B5EF4-FFF2-40B4-BE49-F238E27FC236}">
                <a16:creationId xmlns:a16="http://schemas.microsoft.com/office/drawing/2014/main" id="{D4E44748-5631-A2C7-ADA1-FB2707923EE2}"/>
              </a:ext>
            </a:extLst>
          </p:cNvPr>
          <p:cNvSpPr>
            <a:spLocks noGrp="1"/>
          </p:cNvSpPr>
          <p:nvPr>
            <p:ph type="pic" sz="quarter" idx="21"/>
          </p:nvPr>
        </p:nvSpPr>
        <p:spPr>
          <a:xfrm>
            <a:off x="4318348"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3" name="Picture Placeholder 20">
            <a:extLst>
              <a:ext uri="{FF2B5EF4-FFF2-40B4-BE49-F238E27FC236}">
                <a16:creationId xmlns:a16="http://schemas.microsoft.com/office/drawing/2014/main" id="{8A56F66F-909F-8F64-B021-9820EB3F6B67}"/>
              </a:ext>
            </a:extLst>
          </p:cNvPr>
          <p:cNvSpPr>
            <a:spLocks noGrp="1"/>
          </p:cNvSpPr>
          <p:nvPr>
            <p:ph type="pic" sz="quarter" idx="22"/>
          </p:nvPr>
        </p:nvSpPr>
        <p:spPr>
          <a:xfrm>
            <a:off x="6842622"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4" name="Picture Placeholder 20">
            <a:extLst>
              <a:ext uri="{FF2B5EF4-FFF2-40B4-BE49-F238E27FC236}">
                <a16:creationId xmlns:a16="http://schemas.microsoft.com/office/drawing/2014/main" id="{EB90D275-5951-BAE0-8859-71B60C946087}"/>
              </a:ext>
            </a:extLst>
          </p:cNvPr>
          <p:cNvSpPr>
            <a:spLocks noGrp="1"/>
          </p:cNvSpPr>
          <p:nvPr>
            <p:ph type="pic" sz="quarter" idx="23"/>
          </p:nvPr>
        </p:nvSpPr>
        <p:spPr>
          <a:xfrm>
            <a:off x="9366896" y="1935987"/>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29" name="Picture Placeholder 20">
            <a:extLst>
              <a:ext uri="{FF2B5EF4-FFF2-40B4-BE49-F238E27FC236}">
                <a16:creationId xmlns:a16="http://schemas.microsoft.com/office/drawing/2014/main" id="{BA9EB14D-8336-06B5-51E3-FBCAF00F1F25}"/>
              </a:ext>
            </a:extLst>
          </p:cNvPr>
          <p:cNvSpPr>
            <a:spLocks noGrp="1"/>
          </p:cNvSpPr>
          <p:nvPr>
            <p:ph type="pic" sz="quarter" idx="24"/>
          </p:nvPr>
        </p:nvSpPr>
        <p:spPr>
          <a:xfrm>
            <a:off x="1794074" y="4145489"/>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0" name="Picture Placeholder 20">
            <a:extLst>
              <a:ext uri="{FF2B5EF4-FFF2-40B4-BE49-F238E27FC236}">
                <a16:creationId xmlns:a16="http://schemas.microsoft.com/office/drawing/2014/main" id="{A1E65D12-1094-78B5-B37A-A03576991D1D}"/>
              </a:ext>
            </a:extLst>
          </p:cNvPr>
          <p:cNvSpPr>
            <a:spLocks noGrp="1"/>
          </p:cNvSpPr>
          <p:nvPr>
            <p:ph type="pic" sz="quarter" idx="25"/>
          </p:nvPr>
        </p:nvSpPr>
        <p:spPr>
          <a:xfrm>
            <a:off x="4318348" y="4146333"/>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1" name="Picture Placeholder 20">
            <a:extLst>
              <a:ext uri="{FF2B5EF4-FFF2-40B4-BE49-F238E27FC236}">
                <a16:creationId xmlns:a16="http://schemas.microsoft.com/office/drawing/2014/main" id="{6ABE5CEC-34A4-CD5D-FA0D-D675A87984F5}"/>
              </a:ext>
            </a:extLst>
          </p:cNvPr>
          <p:cNvSpPr>
            <a:spLocks noGrp="1"/>
          </p:cNvSpPr>
          <p:nvPr>
            <p:ph type="pic" sz="quarter" idx="26"/>
          </p:nvPr>
        </p:nvSpPr>
        <p:spPr>
          <a:xfrm>
            <a:off x="6842622" y="4145242"/>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2" name="Picture Placeholder 20">
            <a:extLst>
              <a:ext uri="{FF2B5EF4-FFF2-40B4-BE49-F238E27FC236}">
                <a16:creationId xmlns:a16="http://schemas.microsoft.com/office/drawing/2014/main" id="{5DA945B5-3444-7CAC-AA4A-55B04D039824}"/>
              </a:ext>
            </a:extLst>
          </p:cNvPr>
          <p:cNvSpPr>
            <a:spLocks noGrp="1"/>
          </p:cNvSpPr>
          <p:nvPr>
            <p:ph type="pic" sz="quarter" idx="27"/>
          </p:nvPr>
        </p:nvSpPr>
        <p:spPr>
          <a:xfrm>
            <a:off x="9370917" y="4156122"/>
            <a:ext cx="1051560" cy="1051560"/>
          </a:xfrm>
          <a:prstGeom prst="ellipse">
            <a:avLst/>
          </a:prstGeom>
        </p:spPr>
        <p:txBody>
          <a:bodyPr anchor="ctr"/>
          <a:lstStyle>
            <a:lvl1pPr marL="0" indent="0" algn="ctr">
              <a:buNone/>
              <a:defRPr sz="1100"/>
            </a:lvl1pPr>
          </a:lstStyle>
          <a:p>
            <a:r>
              <a:rPr lang="en-US"/>
              <a:t>Click icon to add picture</a:t>
            </a:r>
            <a:endParaRPr lang="en-US" dirty="0"/>
          </a:p>
        </p:txBody>
      </p:sp>
      <p:sp>
        <p:nvSpPr>
          <p:cNvPr id="33" name="Text Placeholder 11">
            <a:extLst>
              <a:ext uri="{FF2B5EF4-FFF2-40B4-BE49-F238E27FC236}">
                <a16:creationId xmlns:a16="http://schemas.microsoft.com/office/drawing/2014/main" id="{CB0DA5B5-9C84-7B23-EE8E-CEA555CD808E}"/>
              </a:ext>
            </a:extLst>
          </p:cNvPr>
          <p:cNvSpPr>
            <a:spLocks noGrp="1"/>
          </p:cNvSpPr>
          <p:nvPr>
            <p:ph type="body" sz="quarter" idx="28"/>
          </p:nvPr>
        </p:nvSpPr>
        <p:spPr>
          <a:xfrm>
            <a:off x="1176854"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4" name="Text Placeholder 11">
            <a:extLst>
              <a:ext uri="{FF2B5EF4-FFF2-40B4-BE49-F238E27FC236}">
                <a16:creationId xmlns:a16="http://schemas.microsoft.com/office/drawing/2014/main" id="{99C62621-0080-5CDD-E5DD-2FCF2D548CEB}"/>
              </a:ext>
            </a:extLst>
          </p:cNvPr>
          <p:cNvSpPr>
            <a:spLocks noGrp="1"/>
          </p:cNvSpPr>
          <p:nvPr>
            <p:ph type="body" sz="quarter" idx="29"/>
          </p:nvPr>
        </p:nvSpPr>
        <p:spPr>
          <a:xfrm>
            <a:off x="1176854"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5" name="Text Placeholder 11">
            <a:extLst>
              <a:ext uri="{FF2B5EF4-FFF2-40B4-BE49-F238E27FC236}">
                <a16:creationId xmlns:a16="http://schemas.microsoft.com/office/drawing/2014/main" id="{B69DDE47-632B-987E-545E-BAB200D374ED}"/>
              </a:ext>
            </a:extLst>
          </p:cNvPr>
          <p:cNvSpPr>
            <a:spLocks noGrp="1"/>
          </p:cNvSpPr>
          <p:nvPr>
            <p:ph type="body" sz="quarter" idx="30"/>
          </p:nvPr>
        </p:nvSpPr>
        <p:spPr>
          <a:xfrm>
            <a:off x="3701128"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6" name="Text Placeholder 11">
            <a:extLst>
              <a:ext uri="{FF2B5EF4-FFF2-40B4-BE49-F238E27FC236}">
                <a16:creationId xmlns:a16="http://schemas.microsoft.com/office/drawing/2014/main" id="{A165DCBF-4EFD-7181-68BA-1625AC1C0D5F}"/>
              </a:ext>
            </a:extLst>
          </p:cNvPr>
          <p:cNvSpPr>
            <a:spLocks noGrp="1"/>
          </p:cNvSpPr>
          <p:nvPr>
            <p:ph type="body" sz="quarter" idx="31"/>
          </p:nvPr>
        </p:nvSpPr>
        <p:spPr>
          <a:xfrm>
            <a:off x="3701128"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7" name="Text Placeholder 11">
            <a:extLst>
              <a:ext uri="{FF2B5EF4-FFF2-40B4-BE49-F238E27FC236}">
                <a16:creationId xmlns:a16="http://schemas.microsoft.com/office/drawing/2014/main" id="{3C7ECA2F-9EC3-26BD-B424-ECE80473DF37}"/>
              </a:ext>
            </a:extLst>
          </p:cNvPr>
          <p:cNvSpPr>
            <a:spLocks noGrp="1"/>
          </p:cNvSpPr>
          <p:nvPr>
            <p:ph type="body" sz="quarter" idx="32"/>
          </p:nvPr>
        </p:nvSpPr>
        <p:spPr>
          <a:xfrm>
            <a:off x="6225402"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38" name="Text Placeholder 11">
            <a:extLst>
              <a:ext uri="{FF2B5EF4-FFF2-40B4-BE49-F238E27FC236}">
                <a16:creationId xmlns:a16="http://schemas.microsoft.com/office/drawing/2014/main" id="{C9535F99-6134-8D03-FFEE-D1B3E007F2CC}"/>
              </a:ext>
            </a:extLst>
          </p:cNvPr>
          <p:cNvSpPr>
            <a:spLocks noGrp="1"/>
          </p:cNvSpPr>
          <p:nvPr>
            <p:ph type="body" sz="quarter" idx="33"/>
          </p:nvPr>
        </p:nvSpPr>
        <p:spPr>
          <a:xfrm>
            <a:off x="6225402"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
        <p:nvSpPr>
          <p:cNvPr id="39" name="Text Placeholder 11">
            <a:extLst>
              <a:ext uri="{FF2B5EF4-FFF2-40B4-BE49-F238E27FC236}">
                <a16:creationId xmlns:a16="http://schemas.microsoft.com/office/drawing/2014/main" id="{163BD863-99E7-C7C4-4762-8C168574E9A8}"/>
              </a:ext>
            </a:extLst>
          </p:cNvPr>
          <p:cNvSpPr>
            <a:spLocks noGrp="1"/>
          </p:cNvSpPr>
          <p:nvPr>
            <p:ph type="body" sz="quarter" idx="34"/>
          </p:nvPr>
        </p:nvSpPr>
        <p:spPr>
          <a:xfrm>
            <a:off x="8749676" y="5440680"/>
            <a:ext cx="2286000" cy="182880"/>
          </a:xfrm>
        </p:spPr>
        <p:txBody>
          <a:bodyPr anchor="ctr"/>
          <a:lstStyle>
            <a:lvl1pPr marL="0" indent="0" algn="ctr">
              <a:lnSpc>
                <a:spcPct val="100000"/>
              </a:lnSpc>
              <a:spcBef>
                <a:spcPts val="0"/>
              </a:spcBef>
              <a:buNone/>
              <a:defRPr sz="1600" b="1" spc="20" baseline="0">
                <a:latin typeface="+mj-lt"/>
              </a:defRPr>
            </a:lvl1pPr>
          </a:lstStyle>
          <a:p>
            <a:pPr lvl="0"/>
            <a:r>
              <a:rPr lang="en-US"/>
              <a:t>Click to edit Master text styles</a:t>
            </a:r>
          </a:p>
        </p:txBody>
      </p:sp>
      <p:sp>
        <p:nvSpPr>
          <p:cNvPr id="40" name="Text Placeholder 11">
            <a:extLst>
              <a:ext uri="{FF2B5EF4-FFF2-40B4-BE49-F238E27FC236}">
                <a16:creationId xmlns:a16="http://schemas.microsoft.com/office/drawing/2014/main" id="{63678AE5-B810-D5BE-40B5-888AF4473157}"/>
              </a:ext>
            </a:extLst>
          </p:cNvPr>
          <p:cNvSpPr>
            <a:spLocks noGrp="1"/>
          </p:cNvSpPr>
          <p:nvPr>
            <p:ph type="body" sz="quarter" idx="35"/>
          </p:nvPr>
        </p:nvSpPr>
        <p:spPr>
          <a:xfrm>
            <a:off x="8749676" y="5678424"/>
            <a:ext cx="2286000" cy="265176"/>
          </a:xfrm>
        </p:spPr>
        <p:txBody>
          <a:bodyPr anchor="ctr"/>
          <a:lstStyle>
            <a:lvl1pPr marL="0" indent="0" algn="ctr">
              <a:lnSpc>
                <a:spcPct val="100000"/>
              </a:lnSpc>
              <a:spcBef>
                <a:spcPts val="0"/>
              </a:spcBef>
              <a:buNone/>
              <a:defRPr sz="1400" spc="20" baseline="0"/>
            </a:lvl1pPr>
          </a:lstStyle>
          <a:p>
            <a:pPr lvl="0"/>
            <a:r>
              <a:rPr lang="en-US"/>
              <a:t>Click to edit Master text styles</a:t>
            </a:r>
          </a:p>
        </p:txBody>
      </p:sp>
    </p:spTree>
    <p:extLst>
      <p:ext uri="{BB962C8B-B14F-4D97-AF65-F5344CB8AC3E}">
        <p14:creationId xmlns:p14="http://schemas.microsoft.com/office/powerpoint/2010/main" val="63458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Summary">
    <p:spTree>
      <p:nvGrpSpPr>
        <p:cNvPr id="1" name=""/>
        <p:cNvGrpSpPr/>
        <p:nvPr/>
      </p:nvGrpSpPr>
      <p:grpSpPr>
        <a:xfrm>
          <a:off x="0" y="0"/>
          <a:ext cx="0" cy="0"/>
          <a:chOff x="0" y="0"/>
          <a:chExt cx="0" cy="0"/>
        </a:xfrm>
      </p:grpSpPr>
      <p:sp>
        <p:nvSpPr>
          <p:cNvPr id="24" name="Freeform: Shape 23">
            <a:extLst>
              <a:ext uri="{FF2B5EF4-FFF2-40B4-BE49-F238E27FC236}">
                <a16:creationId xmlns:a16="http://schemas.microsoft.com/office/drawing/2014/main" id="{FF4F2FF2-B2D0-EAB9-0059-1E59CFF27936}"/>
              </a:ext>
            </a:extLst>
          </p:cNvPr>
          <p:cNvSpPr/>
          <p:nvPr userDrawn="1"/>
        </p:nvSpPr>
        <p:spPr>
          <a:xfrm>
            <a:off x="0" y="3079989"/>
            <a:ext cx="4744043" cy="3778013"/>
          </a:xfrm>
          <a:custGeom>
            <a:avLst/>
            <a:gdLst>
              <a:gd name="connsiteX0" fmla="*/ 552680 w 4744043"/>
              <a:gd name="connsiteY0" fmla="*/ 2 h 3778013"/>
              <a:gd name="connsiteX1" fmla="*/ 3368067 w 4744043"/>
              <a:gd name="connsiteY1" fmla="*/ 2076456 h 3778013"/>
              <a:gd name="connsiteX2" fmla="*/ 4603294 w 4744043"/>
              <a:gd name="connsiteY2" fmla="*/ 3641510 h 3778013"/>
              <a:gd name="connsiteX3" fmla="*/ 4744043 w 4744043"/>
              <a:gd name="connsiteY3" fmla="*/ 3778013 h 3778013"/>
              <a:gd name="connsiteX4" fmla="*/ 0 w 4744043"/>
              <a:gd name="connsiteY4" fmla="*/ 3778013 h 3778013"/>
              <a:gd name="connsiteX5" fmla="*/ 0 w 4744043"/>
              <a:gd name="connsiteY5" fmla="*/ 73323 h 3778013"/>
              <a:gd name="connsiteX6" fmla="*/ 163773 w 4744043"/>
              <a:gd name="connsiteY6" fmla="*/ 34335 h 3778013"/>
              <a:gd name="connsiteX7" fmla="*/ 552680 w 4744043"/>
              <a:gd name="connsiteY7" fmla="*/ 2 h 3778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44043" h="3778013">
                <a:moveTo>
                  <a:pt x="552680" y="2"/>
                </a:moveTo>
                <a:cubicBezTo>
                  <a:pt x="1474475" y="1086"/>
                  <a:pt x="2486209" y="585872"/>
                  <a:pt x="3368067" y="2076456"/>
                </a:cubicBezTo>
                <a:cubicBezTo>
                  <a:pt x="3678455" y="2598086"/>
                  <a:pt x="4104379" y="3133243"/>
                  <a:pt x="4603294" y="3641510"/>
                </a:cubicBezTo>
                <a:lnTo>
                  <a:pt x="4744043" y="3778013"/>
                </a:lnTo>
                <a:lnTo>
                  <a:pt x="0" y="3778013"/>
                </a:lnTo>
                <a:lnTo>
                  <a:pt x="0" y="73323"/>
                </a:lnTo>
                <a:lnTo>
                  <a:pt x="163773" y="34335"/>
                </a:lnTo>
                <a:cubicBezTo>
                  <a:pt x="291146" y="11604"/>
                  <a:pt x="420996" y="-154"/>
                  <a:pt x="552680" y="2"/>
                </a:cubicBezTo>
                <a:close/>
              </a:path>
            </a:pathLst>
          </a:custGeom>
          <a:gradFill flip="none" rotWithShape="1">
            <a:gsLst>
              <a:gs pos="41000">
                <a:schemeClr val="accent3">
                  <a:lumMod val="25000"/>
                  <a:alpha val="67969"/>
                </a:schemeClr>
              </a:gs>
              <a:gs pos="100000">
                <a:schemeClr val="accent2">
                  <a:alpha val="29022"/>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9" name="Freeform: Shape 18">
            <a:extLst>
              <a:ext uri="{FF2B5EF4-FFF2-40B4-BE49-F238E27FC236}">
                <a16:creationId xmlns:a16="http://schemas.microsoft.com/office/drawing/2014/main" id="{8B193F7C-DAB3-79A0-9B6F-012F23BAF8BD}"/>
              </a:ext>
            </a:extLst>
          </p:cNvPr>
          <p:cNvSpPr/>
          <p:nvPr userDrawn="1"/>
        </p:nvSpPr>
        <p:spPr>
          <a:xfrm>
            <a:off x="1" y="0"/>
            <a:ext cx="6552595" cy="3112082"/>
          </a:xfrm>
          <a:custGeom>
            <a:avLst/>
            <a:gdLst>
              <a:gd name="connsiteX0" fmla="*/ 6552595 w 6552595"/>
              <a:gd name="connsiteY0" fmla="*/ 0 h 3112082"/>
              <a:gd name="connsiteX1" fmla="*/ 6479403 w 6552595"/>
              <a:gd name="connsiteY1" fmla="*/ 116338 h 3112082"/>
              <a:gd name="connsiteX2" fmla="*/ 4627940 w 6552595"/>
              <a:gd name="connsiteY2" fmla="*/ 645238 h 3112082"/>
              <a:gd name="connsiteX3" fmla="*/ 631580 w 6552595"/>
              <a:gd name="connsiteY3" fmla="*/ 1915852 h 3112082"/>
              <a:gd name="connsiteX4" fmla="*/ 46252 w 6552595"/>
              <a:gd name="connsiteY4" fmla="*/ 2980209 h 3112082"/>
              <a:gd name="connsiteX5" fmla="*/ 0 w 6552595"/>
              <a:gd name="connsiteY5" fmla="*/ 3112082 h 3112082"/>
              <a:gd name="connsiteX6" fmla="*/ 0 w 6552595"/>
              <a:gd name="connsiteY6" fmla="*/ 1037361 h 3112082"/>
              <a:gd name="connsiteX7" fmla="*/ 0 w 6552595"/>
              <a:gd name="connsiteY7" fmla="*/ 0 h 3112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552595" h="3112082">
                <a:moveTo>
                  <a:pt x="6552595" y="0"/>
                </a:moveTo>
                <a:lnTo>
                  <a:pt x="6479403" y="116338"/>
                </a:lnTo>
                <a:cubicBezTo>
                  <a:pt x="6181653" y="532833"/>
                  <a:pt x="5587528" y="785625"/>
                  <a:pt x="4627940" y="645238"/>
                </a:cubicBezTo>
                <a:cubicBezTo>
                  <a:pt x="3343367" y="460619"/>
                  <a:pt x="1347900" y="971915"/>
                  <a:pt x="631580" y="1915852"/>
                </a:cubicBezTo>
                <a:cubicBezTo>
                  <a:pt x="407731" y="2210834"/>
                  <a:pt x="204970" y="2565624"/>
                  <a:pt x="46252" y="2980209"/>
                </a:cubicBezTo>
                <a:lnTo>
                  <a:pt x="0" y="3112082"/>
                </a:lnTo>
                <a:lnTo>
                  <a:pt x="0" y="1037361"/>
                </a:lnTo>
                <a:lnTo>
                  <a:pt x="0" y="0"/>
                </a:lnTo>
                <a:close/>
              </a:path>
            </a:pathLst>
          </a:custGeom>
          <a:gradFill flip="none" rotWithShape="1">
            <a:gsLst>
              <a:gs pos="76000">
                <a:schemeClr val="accent3">
                  <a:lumMod val="25000"/>
                </a:schemeClr>
              </a:gs>
              <a:gs pos="0">
                <a:schemeClr val="accent1">
                  <a:alpha val="56738"/>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4" name="Freeform: Shape 13">
            <a:extLst>
              <a:ext uri="{FF2B5EF4-FFF2-40B4-BE49-F238E27FC236}">
                <a16:creationId xmlns:a16="http://schemas.microsoft.com/office/drawing/2014/main" id="{D9D045F5-266F-9ADF-9692-2DA7DB16DFFE}"/>
              </a:ext>
            </a:extLst>
          </p:cNvPr>
          <p:cNvSpPr/>
          <p:nvPr userDrawn="1"/>
        </p:nvSpPr>
        <p:spPr>
          <a:xfrm>
            <a:off x="10269564" y="0"/>
            <a:ext cx="1922436" cy="5772376"/>
          </a:xfrm>
          <a:custGeom>
            <a:avLst/>
            <a:gdLst>
              <a:gd name="connsiteX0" fmla="*/ 0 w 1922436"/>
              <a:gd name="connsiteY0" fmla="*/ 0 h 5772376"/>
              <a:gd name="connsiteX1" fmla="*/ 1922436 w 1922436"/>
              <a:gd name="connsiteY1" fmla="*/ 0 h 5772376"/>
              <a:gd name="connsiteX2" fmla="*/ 1922436 w 1922436"/>
              <a:gd name="connsiteY2" fmla="*/ 5770832 h 5772376"/>
              <a:gd name="connsiteX3" fmla="*/ 1785843 w 1922436"/>
              <a:gd name="connsiteY3" fmla="*/ 5772376 h 5772376"/>
              <a:gd name="connsiteX4" fmla="*/ 167636 w 1922436"/>
              <a:gd name="connsiteY4" fmla="*/ 2958760 h 5772376"/>
              <a:gd name="connsiteX5" fmla="*/ 11457 w 1922436"/>
              <a:gd name="connsiteY5" fmla="*/ 41049 h 5772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22436" h="5772376">
                <a:moveTo>
                  <a:pt x="0" y="0"/>
                </a:moveTo>
                <a:lnTo>
                  <a:pt x="1922436" y="0"/>
                </a:lnTo>
                <a:lnTo>
                  <a:pt x="1922436" y="5770832"/>
                </a:lnTo>
                <a:lnTo>
                  <a:pt x="1785843" y="5772376"/>
                </a:lnTo>
                <a:cubicBezTo>
                  <a:pt x="715486" y="5737436"/>
                  <a:pt x="-199675" y="4895626"/>
                  <a:pt x="167636" y="2958760"/>
                </a:cubicBezTo>
                <a:cubicBezTo>
                  <a:pt x="324540" y="2119813"/>
                  <a:pt x="262661" y="1037667"/>
                  <a:pt x="11457" y="41049"/>
                </a:cubicBezTo>
                <a:close/>
              </a:path>
            </a:pathLst>
          </a:custGeom>
          <a:gradFill flip="none" rotWithShape="1">
            <a:gsLst>
              <a:gs pos="10000">
                <a:schemeClr val="accent2">
                  <a:alpha val="9960"/>
                </a:schemeClr>
              </a:gs>
              <a:gs pos="100000">
                <a:schemeClr val="accent1">
                  <a:alpha val="47557"/>
                </a:schemeClr>
              </a:gs>
            </a:gsLst>
            <a:path path="circle">
              <a:fillToRect l="100000" t="100000"/>
            </a:path>
            <a:tileRect r="-100000" b="-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2" name="Freeform: Shape 11">
            <a:extLst>
              <a:ext uri="{FF2B5EF4-FFF2-40B4-BE49-F238E27FC236}">
                <a16:creationId xmlns:a16="http://schemas.microsoft.com/office/drawing/2014/main" id="{2A494E50-F563-24E6-92E6-F9E55D1F3D50}"/>
              </a:ext>
            </a:extLst>
          </p:cNvPr>
          <p:cNvSpPr/>
          <p:nvPr userDrawn="1"/>
        </p:nvSpPr>
        <p:spPr>
          <a:xfrm>
            <a:off x="10861332" y="0"/>
            <a:ext cx="1330669" cy="3088658"/>
          </a:xfrm>
          <a:custGeom>
            <a:avLst/>
            <a:gdLst>
              <a:gd name="connsiteX0" fmla="*/ 0 w 1330669"/>
              <a:gd name="connsiteY0" fmla="*/ 0 h 3088658"/>
              <a:gd name="connsiteX1" fmla="*/ 1330669 w 1330669"/>
              <a:gd name="connsiteY1" fmla="*/ 0 h 3088658"/>
              <a:gd name="connsiteX2" fmla="*/ 1330669 w 1330669"/>
              <a:gd name="connsiteY2" fmla="*/ 3088658 h 3088658"/>
              <a:gd name="connsiteX3" fmla="*/ 1265038 w 1330669"/>
              <a:gd name="connsiteY3" fmla="*/ 3075052 h 3088658"/>
              <a:gd name="connsiteX4" fmla="*/ 84101 w 1330669"/>
              <a:gd name="connsiteY4" fmla="*/ 918166 h 3088658"/>
              <a:gd name="connsiteX5" fmla="*/ 3100 w 1330669"/>
              <a:gd name="connsiteY5" fmla="*/ 15153 h 3088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30669" h="3088658">
                <a:moveTo>
                  <a:pt x="0" y="0"/>
                </a:moveTo>
                <a:lnTo>
                  <a:pt x="1330669" y="0"/>
                </a:lnTo>
                <a:lnTo>
                  <a:pt x="1330669" y="3088658"/>
                </a:lnTo>
                <a:lnTo>
                  <a:pt x="1265038" y="3075052"/>
                </a:lnTo>
                <a:cubicBezTo>
                  <a:pt x="597017" y="2898062"/>
                  <a:pt x="64513" y="2241595"/>
                  <a:pt x="84101" y="918166"/>
                </a:cubicBezTo>
                <a:cubicBezTo>
                  <a:pt x="87550" y="637183"/>
                  <a:pt x="59230" y="331259"/>
                  <a:pt x="3100" y="15153"/>
                </a:cubicBezTo>
                <a:close/>
              </a:path>
            </a:pathLst>
          </a:custGeom>
          <a:solidFill>
            <a:schemeClr val="accent1">
              <a:alpha val="50635"/>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16" name="glass card">
            <a:extLst>
              <a:ext uri="{FF2B5EF4-FFF2-40B4-BE49-F238E27FC236}">
                <a16:creationId xmlns:a16="http://schemas.microsoft.com/office/drawing/2014/main" id="{D9024B22-C102-71C1-8593-95259EC18972}"/>
              </a:ext>
            </a:extLst>
          </p:cNvPr>
          <p:cNvSpPr/>
          <p:nvPr userDrawn="1"/>
        </p:nvSpPr>
        <p:spPr>
          <a:xfrm>
            <a:off x="1474384" y="1005155"/>
            <a:ext cx="9243233" cy="4978750"/>
          </a:xfrm>
          <a:prstGeom prst="roundRect">
            <a:avLst>
              <a:gd name="adj" fmla="val 6806"/>
            </a:avLst>
          </a:prstGeom>
          <a:gradFill>
            <a:gsLst>
              <a:gs pos="99000">
                <a:schemeClr val="bg1">
                  <a:alpha val="3000"/>
                </a:schemeClr>
              </a:gs>
              <a:gs pos="46000">
                <a:schemeClr val="bg1">
                  <a:alpha val="17037"/>
                </a:schemeClr>
              </a:gs>
              <a:gs pos="6000">
                <a:schemeClr val="bg1">
                  <a:alpha val="13000"/>
                </a:schemeClr>
              </a:gs>
            </a:gsLst>
            <a:path path="circle">
              <a:fillToRect l="100000" t="100000"/>
            </a:path>
          </a:gradFill>
          <a:ln w="6350">
            <a:noFill/>
          </a:ln>
          <a:effectLst>
            <a:outerShdw blurRad="63500" dist="38100" dir="5400000" sx="1000" sy="1000" algn="t" rotWithShape="0">
              <a:prstClr val="black">
                <a:alpha val="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94248F2-5264-4601-AA0B-6C092F77F2DD}"/>
              </a:ext>
            </a:extLst>
          </p:cNvPr>
          <p:cNvSpPr>
            <a:spLocks noGrp="1"/>
          </p:cNvSpPr>
          <p:nvPr>
            <p:ph type="ctrTitle"/>
          </p:nvPr>
        </p:nvSpPr>
        <p:spPr>
          <a:xfrm>
            <a:off x="2228088" y="2157984"/>
            <a:ext cx="7735824" cy="1069848"/>
          </a:xfrm>
        </p:spPr>
        <p:txBody>
          <a:bodyPr anchor="b">
            <a:noAutofit/>
          </a:bodyPr>
          <a:lstStyle>
            <a:lvl1pPr algn="ctr">
              <a:defRPr sz="4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2228088" y="3685032"/>
            <a:ext cx="7735824" cy="1133856"/>
          </a:xfrm>
        </p:spPr>
        <p:txBody>
          <a:bodyPr>
            <a:noAutofit/>
          </a:bodyPr>
          <a:lstStyle>
            <a:lvl1pPr marL="0" indent="0" algn="ctr">
              <a:lnSpc>
                <a:spcPct val="100000"/>
              </a:lnSpc>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cxnSp>
        <p:nvCxnSpPr>
          <p:cNvPr id="28" name="Straight Connector 27">
            <a:extLst>
              <a:ext uri="{FF2B5EF4-FFF2-40B4-BE49-F238E27FC236}">
                <a16:creationId xmlns:a16="http://schemas.microsoft.com/office/drawing/2014/main" id="{93303B57-FF55-B795-FAE7-5EF26BFCBEF3}"/>
              </a:ext>
            </a:extLst>
          </p:cNvPr>
          <p:cNvCxnSpPr>
            <a:cxnSpLocks/>
          </p:cNvCxnSpPr>
          <p:nvPr userDrawn="1"/>
        </p:nvCxnSpPr>
        <p:spPr>
          <a:xfrm rot="5400000">
            <a:off x="6115287" y="2597113"/>
            <a:ext cx="0" cy="165518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1" name="Freeform: Shape 20">
            <a:extLst>
              <a:ext uri="{FF2B5EF4-FFF2-40B4-BE49-F238E27FC236}">
                <a16:creationId xmlns:a16="http://schemas.microsoft.com/office/drawing/2014/main" id="{8A78F28F-70CE-7FE2-ACE1-FA2D7C1CE590}"/>
              </a:ext>
            </a:extLst>
          </p:cNvPr>
          <p:cNvSpPr/>
          <p:nvPr userDrawn="1"/>
        </p:nvSpPr>
        <p:spPr>
          <a:xfrm>
            <a:off x="0" y="0"/>
            <a:ext cx="2862855" cy="1527696"/>
          </a:xfrm>
          <a:custGeom>
            <a:avLst/>
            <a:gdLst>
              <a:gd name="connsiteX0" fmla="*/ 0 w 2862855"/>
              <a:gd name="connsiteY0" fmla="*/ 0 h 1527696"/>
              <a:gd name="connsiteX1" fmla="*/ 2862855 w 2862855"/>
              <a:gd name="connsiteY1" fmla="*/ 0 h 1527696"/>
              <a:gd name="connsiteX2" fmla="*/ 2757362 w 2862855"/>
              <a:gd name="connsiteY2" fmla="*/ 85011 h 1527696"/>
              <a:gd name="connsiteX3" fmla="*/ 1949659 w 2862855"/>
              <a:gd name="connsiteY3" fmla="*/ 424032 h 1527696"/>
              <a:gd name="connsiteX4" fmla="*/ 170555 w 2862855"/>
              <a:gd name="connsiteY4" fmla="*/ 1373059 h 1527696"/>
              <a:gd name="connsiteX5" fmla="*/ 0 w 2862855"/>
              <a:gd name="connsiteY5" fmla="*/ 1527696 h 1527696"/>
              <a:gd name="connsiteX6" fmla="*/ 0 w 2862855"/>
              <a:gd name="connsiteY6" fmla="*/ 872969 h 1527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62855" h="1527696">
                <a:moveTo>
                  <a:pt x="0" y="0"/>
                </a:moveTo>
                <a:lnTo>
                  <a:pt x="2862855" y="0"/>
                </a:lnTo>
                <a:lnTo>
                  <a:pt x="2757362" y="85011"/>
                </a:lnTo>
                <a:cubicBezTo>
                  <a:pt x="2560942" y="227521"/>
                  <a:pt x="2295416" y="345289"/>
                  <a:pt x="1949659" y="424032"/>
                </a:cubicBezTo>
                <a:cubicBezTo>
                  <a:pt x="1377417" y="555874"/>
                  <a:pt x="700343" y="918207"/>
                  <a:pt x="170555" y="1373059"/>
                </a:cubicBezTo>
                <a:lnTo>
                  <a:pt x="0" y="1527696"/>
                </a:lnTo>
                <a:lnTo>
                  <a:pt x="0" y="872969"/>
                </a:lnTo>
                <a:close/>
              </a:path>
            </a:pathLst>
          </a:custGeom>
          <a:gradFill flip="none" rotWithShape="1">
            <a:gsLst>
              <a:gs pos="100000">
                <a:schemeClr val="accent3">
                  <a:lumMod val="25000"/>
                  <a:alpha val="40000"/>
                </a:schemeClr>
              </a:gs>
              <a:gs pos="0">
                <a:schemeClr val="accent4">
                  <a:alpha val="69786"/>
                </a:schemeClr>
              </a:gs>
            </a:gsLst>
            <a:path path="circle">
              <a:fillToRect l="100000" b="100000"/>
            </a:path>
            <a:tileRect t="-100000" r="-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
        <p:nvSpPr>
          <p:cNvPr id="29" name="Freeform: Shape 28">
            <a:extLst>
              <a:ext uri="{FF2B5EF4-FFF2-40B4-BE49-F238E27FC236}">
                <a16:creationId xmlns:a16="http://schemas.microsoft.com/office/drawing/2014/main" id="{294AB31D-FEF2-F3B0-D726-81CE48F895EA}"/>
              </a:ext>
            </a:extLst>
          </p:cNvPr>
          <p:cNvSpPr/>
          <p:nvPr userDrawn="1"/>
        </p:nvSpPr>
        <p:spPr>
          <a:xfrm>
            <a:off x="2" y="4761091"/>
            <a:ext cx="3131151" cy="2096908"/>
          </a:xfrm>
          <a:custGeom>
            <a:avLst/>
            <a:gdLst>
              <a:gd name="connsiteX0" fmla="*/ 186163 w 3131151"/>
              <a:gd name="connsiteY0" fmla="*/ 0 h 2096908"/>
              <a:gd name="connsiteX1" fmla="*/ 2469297 w 3131151"/>
              <a:gd name="connsiteY1" fmla="*/ 1411265 h 2096908"/>
              <a:gd name="connsiteX2" fmla="*/ 3026909 w 3131151"/>
              <a:gd name="connsiteY2" fmla="*/ 2004423 h 2096908"/>
              <a:gd name="connsiteX3" fmla="*/ 3131151 w 3131151"/>
              <a:gd name="connsiteY3" fmla="*/ 2096908 h 2096908"/>
              <a:gd name="connsiteX4" fmla="*/ 0 w 3131151"/>
              <a:gd name="connsiteY4" fmla="*/ 2096908 h 2096908"/>
              <a:gd name="connsiteX5" fmla="*/ 0 w 3131151"/>
              <a:gd name="connsiteY5" fmla="*/ 4640 h 20969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31151" h="2096908">
                <a:moveTo>
                  <a:pt x="186163" y="0"/>
                </a:moveTo>
                <a:cubicBezTo>
                  <a:pt x="883663" y="24692"/>
                  <a:pt x="1675023" y="432572"/>
                  <a:pt x="2469297" y="1411265"/>
                </a:cubicBezTo>
                <a:cubicBezTo>
                  <a:pt x="2632187" y="1610943"/>
                  <a:pt x="2819757" y="1809855"/>
                  <a:pt x="3026909" y="2004423"/>
                </a:cubicBezTo>
                <a:lnTo>
                  <a:pt x="3131151" y="2096908"/>
                </a:lnTo>
                <a:lnTo>
                  <a:pt x="0" y="2096908"/>
                </a:lnTo>
                <a:lnTo>
                  <a:pt x="0" y="4640"/>
                </a:lnTo>
                <a:close/>
              </a:path>
            </a:pathLst>
          </a:custGeom>
          <a:gradFill flip="none" rotWithShape="1">
            <a:gsLst>
              <a:gs pos="47000">
                <a:schemeClr val="accent6">
                  <a:alpha val="51365"/>
                </a:schemeClr>
              </a:gs>
              <a:gs pos="100000">
                <a:schemeClr val="accent4">
                  <a:alpha val="24386"/>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dirty="0">
              <a:solidFill>
                <a:schemeClr val="tx1"/>
              </a:solidFill>
            </a:endParaRPr>
          </a:p>
        </p:txBody>
      </p:sp>
    </p:spTree>
    <p:extLst>
      <p:ext uri="{BB962C8B-B14F-4D97-AF65-F5344CB8AC3E}">
        <p14:creationId xmlns:p14="http://schemas.microsoft.com/office/powerpoint/2010/main" val="42938430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Clos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FA2E8-50A1-4465-AC33-6FAC0E7736E9}"/>
              </a:ext>
            </a:extLst>
          </p:cNvPr>
          <p:cNvSpPr>
            <a:spLocks noGrp="1"/>
          </p:cNvSpPr>
          <p:nvPr>
            <p:ph type="title"/>
          </p:nvPr>
        </p:nvSpPr>
        <p:spPr>
          <a:xfrm>
            <a:off x="6592824" y="1856232"/>
            <a:ext cx="4718304" cy="1069848"/>
          </a:xfrm>
        </p:spPr>
        <p:txBody>
          <a:bodyPr anchor="b">
            <a:noAutofit/>
          </a:bodyPr>
          <a:lstStyle>
            <a:lvl1pPr>
              <a:defRPr sz="48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E65DE34-CDB7-41F7-A95A-592B99558C69}"/>
              </a:ext>
            </a:extLst>
          </p:cNvPr>
          <p:cNvSpPr>
            <a:spLocks noGrp="1"/>
          </p:cNvSpPr>
          <p:nvPr>
            <p:ph type="body" idx="1"/>
          </p:nvPr>
        </p:nvSpPr>
        <p:spPr>
          <a:xfrm>
            <a:off x="6601968" y="3374136"/>
            <a:ext cx="4709160" cy="2395728"/>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Freeform 14">
            <a:extLst>
              <a:ext uri="{FF2B5EF4-FFF2-40B4-BE49-F238E27FC236}">
                <a16:creationId xmlns:a16="http://schemas.microsoft.com/office/drawing/2014/main" id="{907BDD9A-3C2A-A21B-A425-1BB45BF5C103}"/>
              </a:ext>
            </a:extLst>
          </p:cNvPr>
          <p:cNvSpPr/>
          <p:nvPr userDrawn="1"/>
        </p:nvSpPr>
        <p:spPr>
          <a:xfrm rot="5400000" flipH="1" flipV="1">
            <a:off x="-1248967" y="1248969"/>
            <a:ext cx="6858000" cy="4360065"/>
          </a:xfrm>
          <a:custGeom>
            <a:avLst/>
            <a:gdLst>
              <a:gd name="connsiteX0" fmla="*/ 6858000 w 6858000"/>
              <a:gd name="connsiteY0" fmla="*/ 0 h 4360065"/>
              <a:gd name="connsiteX1" fmla="*/ 6858000 w 6858000"/>
              <a:gd name="connsiteY1" fmla="*/ 4019634 h 4360065"/>
              <a:gd name="connsiteX2" fmla="*/ 6786526 w 6858000"/>
              <a:gd name="connsiteY2" fmla="*/ 3987694 h 4360065"/>
              <a:gd name="connsiteX3" fmla="*/ 4380589 w 6858000"/>
              <a:gd name="connsiteY3" fmla="*/ 3270469 h 4360065"/>
              <a:gd name="connsiteX4" fmla="*/ 1148443 w 6858000"/>
              <a:gd name="connsiteY4" fmla="*/ 4360028 h 4360065"/>
              <a:gd name="connsiteX5" fmla="*/ 93033 w 6858000"/>
              <a:gd name="connsiteY5" fmla="*/ 4174462 h 4360065"/>
              <a:gd name="connsiteX6" fmla="*/ 0 w 6858000"/>
              <a:gd name="connsiteY6" fmla="*/ 4134599 h 4360065"/>
              <a:gd name="connsiteX7" fmla="*/ 0 w 6858000"/>
              <a:gd name="connsiteY7" fmla="*/ 0 h 4360065"/>
              <a:gd name="connsiteX8" fmla="*/ 6858000 w 6858000"/>
              <a:gd name="connsiteY8" fmla="*/ 0 h 4360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8000" h="4360065">
                <a:moveTo>
                  <a:pt x="6858000" y="0"/>
                </a:moveTo>
                <a:lnTo>
                  <a:pt x="6858000" y="4019634"/>
                </a:lnTo>
                <a:lnTo>
                  <a:pt x="6786526" y="3987694"/>
                </a:lnTo>
                <a:cubicBezTo>
                  <a:pt x="6330423" y="3769997"/>
                  <a:pt x="5587519" y="3251791"/>
                  <a:pt x="4380589" y="3270469"/>
                </a:cubicBezTo>
                <a:cubicBezTo>
                  <a:pt x="3001241" y="3291816"/>
                  <a:pt x="2442968" y="4353863"/>
                  <a:pt x="1148443" y="4360028"/>
                </a:cubicBezTo>
                <a:cubicBezTo>
                  <a:pt x="743904" y="4361955"/>
                  <a:pt x="389317" y="4288650"/>
                  <a:pt x="93033" y="4174462"/>
                </a:cubicBezTo>
                <a:lnTo>
                  <a:pt x="0" y="4134599"/>
                </a:lnTo>
                <a:lnTo>
                  <a:pt x="0" y="0"/>
                </a:lnTo>
                <a:lnTo>
                  <a:pt x="6858000" y="0"/>
                </a:lnTo>
                <a:close/>
              </a:path>
            </a:pathLst>
          </a:custGeom>
          <a:solidFill>
            <a:schemeClr val="accent4">
              <a:alpha val="1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16">
            <a:extLst>
              <a:ext uri="{FF2B5EF4-FFF2-40B4-BE49-F238E27FC236}">
                <a16:creationId xmlns:a16="http://schemas.microsoft.com/office/drawing/2014/main" id="{989D7F61-B47A-97D5-F725-EC5EFE81187A}"/>
              </a:ext>
            </a:extLst>
          </p:cNvPr>
          <p:cNvSpPr/>
          <p:nvPr userDrawn="1"/>
        </p:nvSpPr>
        <p:spPr>
          <a:xfrm rot="16200000" flipH="1">
            <a:off x="-952024" y="952025"/>
            <a:ext cx="6858000" cy="4953950"/>
          </a:xfrm>
          <a:custGeom>
            <a:avLst/>
            <a:gdLst>
              <a:gd name="connsiteX0" fmla="*/ 0 w 6858000"/>
              <a:gd name="connsiteY0" fmla="*/ 0 h 4953950"/>
              <a:gd name="connsiteX1" fmla="*/ 0 w 6858000"/>
              <a:gd name="connsiteY1" fmla="*/ 4289773 h 4953950"/>
              <a:gd name="connsiteX2" fmla="*/ 181159 w 6858000"/>
              <a:gd name="connsiteY2" fmla="*/ 4411259 h 4953950"/>
              <a:gd name="connsiteX3" fmla="*/ 2222746 w 6858000"/>
              <a:gd name="connsiteY3" fmla="*/ 4953891 h 4953950"/>
              <a:gd name="connsiteX4" fmla="*/ 6808516 w 6858000"/>
              <a:gd name="connsiteY4" fmla="*/ 3223031 h 4953950"/>
              <a:gd name="connsiteX5" fmla="*/ 6858000 w 6858000"/>
              <a:gd name="connsiteY5" fmla="*/ 3220931 h 4953950"/>
              <a:gd name="connsiteX6" fmla="*/ 6858000 w 6858000"/>
              <a:gd name="connsiteY6" fmla="*/ 0 h 4953950"/>
              <a:gd name="connsiteX7" fmla="*/ 0 w 6858000"/>
              <a:gd name="connsiteY7" fmla="*/ 0 h 4953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8000" h="4953950">
                <a:moveTo>
                  <a:pt x="0" y="0"/>
                </a:moveTo>
                <a:lnTo>
                  <a:pt x="0" y="4289773"/>
                </a:lnTo>
                <a:lnTo>
                  <a:pt x="181159" y="4411259"/>
                </a:lnTo>
                <a:cubicBezTo>
                  <a:pt x="694541" y="4727180"/>
                  <a:pt x="1386349" y="4958196"/>
                  <a:pt x="2222746" y="4953891"/>
                </a:cubicBezTo>
                <a:cubicBezTo>
                  <a:pt x="4074768" y="4944360"/>
                  <a:pt x="4906383" y="3353427"/>
                  <a:pt x="6808516" y="3223031"/>
                </a:cubicBezTo>
                <a:lnTo>
                  <a:pt x="6858000" y="3220931"/>
                </a:lnTo>
                <a:lnTo>
                  <a:pt x="6858000" y="0"/>
                </a:lnTo>
                <a:lnTo>
                  <a:pt x="0" y="0"/>
                </a:lnTo>
                <a:close/>
              </a:path>
            </a:pathLst>
          </a:custGeom>
          <a:gradFill flip="none" rotWithShape="1">
            <a:gsLst>
              <a:gs pos="20000">
                <a:schemeClr val="accent6">
                  <a:alpha val="52965"/>
                </a:schemeClr>
              </a:gs>
              <a:gs pos="90000">
                <a:schemeClr val="accent5">
                  <a:lumMod val="50000"/>
                  <a:alpha val="72473"/>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17">
            <a:extLst>
              <a:ext uri="{FF2B5EF4-FFF2-40B4-BE49-F238E27FC236}">
                <a16:creationId xmlns:a16="http://schemas.microsoft.com/office/drawing/2014/main" id="{A70008D0-0FB3-5B8D-3060-6EDD9E247095}"/>
              </a:ext>
            </a:extLst>
          </p:cNvPr>
          <p:cNvSpPr/>
          <p:nvPr userDrawn="1"/>
        </p:nvSpPr>
        <p:spPr>
          <a:xfrm rot="16200000" flipH="1">
            <a:off x="-1513890" y="1513891"/>
            <a:ext cx="6858000" cy="3830219"/>
          </a:xfrm>
          <a:custGeom>
            <a:avLst/>
            <a:gdLst>
              <a:gd name="connsiteX0" fmla="*/ 0 w 6858000"/>
              <a:gd name="connsiteY0" fmla="*/ 0 h 3830219"/>
              <a:gd name="connsiteX1" fmla="*/ 0 w 6858000"/>
              <a:gd name="connsiteY1" fmla="*/ 2994317 h 3830219"/>
              <a:gd name="connsiteX2" fmla="*/ 150933 w 6858000"/>
              <a:gd name="connsiteY2" fmla="*/ 2952927 h 3830219"/>
              <a:gd name="connsiteX3" fmla="*/ 533317 w 6858000"/>
              <a:gd name="connsiteY3" fmla="*/ 2907735 h 3830219"/>
              <a:gd name="connsiteX4" fmla="*/ 2516906 w 6858000"/>
              <a:gd name="connsiteY4" fmla="*/ 3558655 h 3830219"/>
              <a:gd name="connsiteX5" fmla="*/ 2542419 w 6858000"/>
              <a:gd name="connsiteY5" fmla="*/ 3568616 h 3830219"/>
              <a:gd name="connsiteX6" fmla="*/ 2607100 w 6858000"/>
              <a:gd name="connsiteY6" fmla="*/ 3608308 h 3830219"/>
              <a:gd name="connsiteX7" fmla="*/ 3580199 w 6858000"/>
              <a:gd name="connsiteY7" fmla="*/ 3830188 h 3830219"/>
              <a:gd name="connsiteX8" fmla="*/ 6145368 w 6858000"/>
              <a:gd name="connsiteY8" fmla="*/ 2895740 h 3830219"/>
              <a:gd name="connsiteX9" fmla="*/ 6711794 w 6858000"/>
              <a:gd name="connsiteY9" fmla="*/ 2941805 h 3830219"/>
              <a:gd name="connsiteX10" fmla="*/ 6858000 w 6858000"/>
              <a:gd name="connsiteY10" fmla="*/ 2973381 h 3830219"/>
              <a:gd name="connsiteX11" fmla="*/ 6858000 w 6858000"/>
              <a:gd name="connsiteY11" fmla="*/ 0 h 3830219"/>
              <a:gd name="connsiteX12" fmla="*/ 0 w 6858000"/>
              <a:gd name="connsiteY12" fmla="*/ 0 h 3830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8000" h="3830219">
                <a:moveTo>
                  <a:pt x="0" y="0"/>
                </a:moveTo>
                <a:lnTo>
                  <a:pt x="0" y="2994317"/>
                </a:lnTo>
                <a:lnTo>
                  <a:pt x="150933" y="2952927"/>
                </a:lnTo>
                <a:cubicBezTo>
                  <a:pt x="269822" y="2926258"/>
                  <a:pt x="396478" y="2910024"/>
                  <a:pt x="533317" y="2907735"/>
                </a:cubicBezTo>
                <a:cubicBezTo>
                  <a:pt x="1559606" y="2890571"/>
                  <a:pt x="2163137" y="3401988"/>
                  <a:pt x="2516906" y="3558655"/>
                </a:cubicBezTo>
                <a:lnTo>
                  <a:pt x="2542419" y="3568616"/>
                </a:lnTo>
                <a:lnTo>
                  <a:pt x="2607100" y="3608308"/>
                </a:lnTo>
                <a:cubicBezTo>
                  <a:pt x="2866745" y="3741243"/>
                  <a:pt x="3194928" y="3832171"/>
                  <a:pt x="3580199" y="3830188"/>
                </a:cubicBezTo>
                <a:cubicBezTo>
                  <a:pt x="4607589" y="3824901"/>
                  <a:pt x="5050658" y="2914049"/>
                  <a:pt x="6145368" y="2895740"/>
                </a:cubicBezTo>
                <a:cubicBezTo>
                  <a:pt x="6350626" y="2892307"/>
                  <a:pt x="6538973" y="2910018"/>
                  <a:pt x="6711794" y="2941805"/>
                </a:cubicBezTo>
                <a:lnTo>
                  <a:pt x="6858000" y="2973381"/>
                </a:lnTo>
                <a:lnTo>
                  <a:pt x="6858000" y="0"/>
                </a:lnTo>
                <a:lnTo>
                  <a:pt x="0" y="0"/>
                </a:lnTo>
                <a:close/>
              </a:path>
            </a:pathLst>
          </a:custGeom>
          <a:gradFill>
            <a:gsLst>
              <a:gs pos="45000">
                <a:schemeClr val="accent6">
                  <a:alpha val="29951"/>
                </a:schemeClr>
              </a:gs>
              <a:gs pos="99000">
                <a:schemeClr val="accent4">
                  <a:lumMod val="75000"/>
                  <a:alpha val="27340"/>
                </a:schemeClr>
              </a:gs>
            </a:gsLst>
            <a:path path="circle">
              <a:fillToRect l="100000" t="10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cxnSp>
        <p:nvCxnSpPr>
          <p:cNvPr id="10" name="Straight Connector 9">
            <a:extLst>
              <a:ext uri="{FF2B5EF4-FFF2-40B4-BE49-F238E27FC236}">
                <a16:creationId xmlns:a16="http://schemas.microsoft.com/office/drawing/2014/main" id="{4CA6FFAC-0E5C-DA2F-C0F9-D5602F928AEC}"/>
              </a:ext>
            </a:extLst>
          </p:cNvPr>
          <p:cNvCxnSpPr>
            <a:cxnSpLocks/>
          </p:cNvCxnSpPr>
          <p:nvPr userDrawn="1"/>
        </p:nvCxnSpPr>
        <p:spPr>
          <a:xfrm rot="5400000">
            <a:off x="7545111" y="2275586"/>
            <a:ext cx="0" cy="1655180"/>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2635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F7D74-558F-4816-9367-4004FFA2B6A4}"/>
              </a:ext>
            </a:extLst>
          </p:cNvPr>
          <p:cNvSpPr>
            <a:spLocks noGrp="1"/>
          </p:cNvSpPr>
          <p:nvPr>
            <p:ph type="title"/>
          </p:nvPr>
        </p:nvSpPr>
        <p:spPr/>
        <p:txBody>
          <a:bodyPr>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56069ADF-8CD9-4E77-BB8D-70D8824C5A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75F077D-E901-4AA9-B062-1C37FF407BF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BE7B5E76-E101-4994-92F5-1F540EB16AB0}"/>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E249F242-2699-411D-B3F7-3D6D480E4955}"/>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30106943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5ED18-7A07-47F1-8056-CD86B076AFE2}"/>
              </a:ext>
            </a:extLst>
          </p:cNvPr>
          <p:cNvSpPr>
            <a:spLocks noGrp="1"/>
          </p:cNvSpPr>
          <p:nvPr>
            <p:ph type="title"/>
          </p:nvPr>
        </p:nvSpPr>
        <p:spPr/>
        <p:txBody>
          <a:bodyPr/>
          <a:lstStyle/>
          <a:p>
            <a:r>
              <a:rPr lang="en-US"/>
              <a:t>Click to edit Master title style</a:t>
            </a:r>
          </a:p>
        </p:txBody>
      </p:sp>
      <p:sp>
        <p:nvSpPr>
          <p:cNvPr id="4" name="Footer Placeholder 3">
            <a:extLst>
              <a:ext uri="{FF2B5EF4-FFF2-40B4-BE49-F238E27FC236}">
                <a16:creationId xmlns:a16="http://schemas.microsoft.com/office/drawing/2014/main" id="{96356206-85FD-45F5-A1F7-128DB34C860F}"/>
              </a:ext>
            </a:extLst>
          </p:cNvPr>
          <p:cNvSpPr>
            <a:spLocks noGrp="1"/>
          </p:cNvSpPr>
          <p:nvPr>
            <p:ph type="ftr" sz="quarter" idx="11"/>
          </p:nvPr>
        </p:nvSpPr>
        <p:spPr/>
        <p:txBody>
          <a:bodyPr/>
          <a:lstStyle/>
          <a:p>
            <a:r>
              <a:rPr lang="en-US"/>
              <a:t>Crypto: investing &amp; trading</a:t>
            </a:r>
            <a:endParaRPr lang="en-US" dirty="0"/>
          </a:p>
        </p:txBody>
      </p:sp>
      <p:sp>
        <p:nvSpPr>
          <p:cNvPr id="5" name="Slide Number Placeholder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14769475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7AC6CA6E-C1AB-4B24-80C7-A4B12640BE6F}"/>
              </a:ext>
            </a:extLst>
          </p:cNvPr>
          <p:cNvSpPr>
            <a:spLocks noGrp="1"/>
          </p:cNvSpPr>
          <p:nvPr>
            <p:ph type="ftr" sz="quarter" idx="11"/>
          </p:nvPr>
        </p:nvSpPr>
        <p:spPr/>
        <p:txBody>
          <a:bodyPr/>
          <a:lstStyle/>
          <a:p>
            <a:r>
              <a:rPr lang="en-US"/>
              <a:t>Crypto: investing &amp; trading</a:t>
            </a:r>
            <a:endParaRPr lang="en-US" dirty="0"/>
          </a:p>
        </p:txBody>
      </p:sp>
      <p:sp>
        <p:nvSpPr>
          <p:cNvPr id="4" name="Slide Number Placeholder 3">
            <a:extLst>
              <a:ext uri="{FF2B5EF4-FFF2-40B4-BE49-F238E27FC236}">
                <a16:creationId xmlns:a16="http://schemas.microsoft.com/office/drawing/2014/main" id="{4F5EFB41-7AD3-4519-95E7-416BFA1AECAB}"/>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28751072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BD6A3-F987-4FCC-A6EF-2EF0D33C08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8467220-06E3-427A-B4D3-9B0030E09D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F5AEF53B-C85C-47DB-ADE4-C1D9FA682945}"/>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DFD4FD38-14E5-4C36-B948-8BF3F794ED8C}"/>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799200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08F2A-1C19-4116-80DF-E24EDDF283F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A489A7-7CA6-4CC9-B634-FCB2E102C6B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7DF5F80D-1DB9-4E0A-8F68-924FC1C9C3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08DA4DA3-10C7-48A6-9B15-38222B8CAD42}"/>
              </a:ext>
            </a:extLst>
          </p:cNvPr>
          <p:cNvSpPr>
            <a:spLocks noGrp="1"/>
          </p:cNvSpPr>
          <p:nvPr>
            <p:ph type="ftr" sz="quarter" idx="11"/>
          </p:nvPr>
        </p:nvSpPr>
        <p:spPr/>
        <p:txBody>
          <a:bodyPr/>
          <a:lstStyle/>
          <a:p>
            <a:r>
              <a:rPr lang="en-US"/>
              <a:t>Crypto: investing &amp; trading</a:t>
            </a:r>
            <a:endParaRPr lang="en-US" dirty="0"/>
          </a:p>
        </p:txBody>
      </p:sp>
      <p:sp>
        <p:nvSpPr>
          <p:cNvPr id="7" name="Slide Number Placeholder 6">
            <a:extLst>
              <a:ext uri="{FF2B5EF4-FFF2-40B4-BE49-F238E27FC236}">
                <a16:creationId xmlns:a16="http://schemas.microsoft.com/office/drawing/2014/main" id="{E584E7EE-5B3B-427E-9807-020AEF8C7662}"/>
              </a:ext>
            </a:extLst>
          </p:cNvPr>
          <p:cNvSpPr>
            <a:spLocks noGrp="1"/>
          </p:cNvSpPr>
          <p:nvPr>
            <p:ph type="sldNum" sz="quarter" idx="12"/>
          </p:nvPr>
        </p:nvSpPr>
        <p:spPr/>
        <p:txBody>
          <a:bodyPr/>
          <a:lstStyle/>
          <a:p>
            <a:fld id="{294A09A9-5501-47C1-A89A-A340965A2BE2}" type="slidenum">
              <a:rPr lang="en-US" smtClean="0"/>
              <a:t>‹#›</a:t>
            </a:fld>
            <a:endParaRPr lang="en-US" dirty="0"/>
          </a:p>
        </p:txBody>
      </p:sp>
    </p:spTree>
    <p:extLst>
      <p:ext uri="{BB962C8B-B14F-4D97-AF65-F5344CB8AC3E}">
        <p14:creationId xmlns:p14="http://schemas.microsoft.com/office/powerpoint/2010/main" val="435165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Mod val="2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850392" y="832104"/>
            <a:ext cx="10881360" cy="1069848"/>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014984" y="2212848"/>
            <a:ext cx="10332720" cy="3547872"/>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329184" y="411480"/>
            <a:ext cx="521208" cy="310896"/>
          </a:xfrm>
          <a:prstGeom prst="rect">
            <a:avLst/>
          </a:prstGeom>
        </p:spPr>
        <p:txBody>
          <a:bodyPr vert="horz" lIns="91440" tIns="45720" rIns="91440" bIns="45720" rtlCol="0" anchor="ctr">
            <a:noAutofit/>
          </a:bodyPr>
          <a:lstStyle>
            <a:lvl1pPr algn="ctr">
              <a:defRPr sz="1200" b="0" i="0">
                <a:solidFill>
                  <a:schemeClr val="bg1"/>
                </a:solidFill>
                <a:latin typeface="+mn-lt"/>
                <a:cs typeface="Segoe UI Light" panose="020B0502040204020203" pitchFamily="34" charset="0"/>
              </a:defRPr>
            </a:lvl1pPr>
          </a:lstStyle>
          <a:p>
            <a:fld id="{294A09A9-5501-47C1-A89A-A340965A2BE2}" type="slidenum">
              <a:rPr lang="en-US" smtClean="0"/>
              <a:pPr/>
              <a:t>‹#›</a:t>
            </a:fld>
            <a:endParaRPr lang="en-US" dirty="0"/>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66344" y="6190488"/>
            <a:ext cx="2331720" cy="274320"/>
          </a:xfrm>
          <a:prstGeom prst="rect">
            <a:avLst/>
          </a:prstGeom>
        </p:spPr>
        <p:txBody>
          <a:bodyPr vert="horz" lIns="91440" tIns="45720" rIns="91440" bIns="45720" rtlCol="0" anchor="ctr">
            <a:noAutofit/>
          </a:bodyPr>
          <a:lstStyle>
            <a:lvl1pPr algn="l">
              <a:defRPr sz="1200" b="0" i="0">
                <a:solidFill>
                  <a:schemeClr val="bg1"/>
                </a:solidFill>
                <a:latin typeface="+mn-lt"/>
                <a:cs typeface="Segoe UI Light" panose="020B0502040204020203" pitchFamily="34" charset="0"/>
              </a:defRPr>
            </a:lvl1pPr>
          </a:lstStyle>
          <a:p>
            <a:r>
              <a:rPr lang="en-US"/>
              <a:t>Crypto: investing &amp; trading</a:t>
            </a:r>
            <a:endParaRPr lang="en-US" dirty="0"/>
          </a:p>
        </p:txBody>
      </p:sp>
      <p:cxnSp>
        <p:nvCxnSpPr>
          <p:cNvPr id="7" name="Straight Connector 6">
            <a:extLst>
              <a:ext uri="{FF2B5EF4-FFF2-40B4-BE49-F238E27FC236}">
                <a16:creationId xmlns:a16="http://schemas.microsoft.com/office/drawing/2014/main" id="{2BA4A2D6-617E-EEA3-E4EE-5BDB472F6A43}"/>
              </a:ext>
            </a:extLst>
          </p:cNvPr>
          <p:cNvCxnSpPr>
            <a:cxnSpLocks/>
          </p:cNvCxnSpPr>
          <p:nvPr userDrawn="1"/>
        </p:nvCxnSpPr>
        <p:spPr>
          <a:xfrm>
            <a:off x="594170" y="846661"/>
            <a:ext cx="0" cy="51110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70" r:id="rId7"/>
    <p:sldLayoutId id="2147483669" r:id="rId8"/>
    <p:sldLayoutId id="2147483653" r:id="rId9"/>
    <p:sldLayoutId id="2147483665" r:id="rId10"/>
    <p:sldLayoutId id="2147483666" r:id="rId11"/>
    <p:sldLayoutId id="2147483667" r:id="rId12"/>
    <p:sldLayoutId id="2147483668" r:id="rId13"/>
    <p:sldLayoutId id="2147483651" r:id="rId14"/>
    <p:sldLayoutId id="2147483652" r:id="rId15"/>
    <p:sldLayoutId id="2147483654" r:id="rId16"/>
    <p:sldLayoutId id="2147483655" r:id="rId17"/>
    <p:sldLayoutId id="2147483656" r:id="rId18"/>
    <p:sldLayoutId id="2147483657" r:id="rId19"/>
  </p:sldLayoutIdLst>
  <p:hf hdr="0" dt="0"/>
  <p:txStyles>
    <p:titleStyle>
      <a:lvl1pPr algn="l"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p:titleStyle>
    <p:bodyStyle>
      <a:lvl1pPr marL="228600" indent="-347472" algn="l" defTabSz="914400" rtl="0" eaLnBrk="1" latinLnBrk="0" hangingPunct="1">
        <a:lnSpc>
          <a:spcPct val="90000"/>
        </a:lnSpc>
        <a:spcBef>
          <a:spcPts val="1000"/>
        </a:spcBef>
        <a:buClr>
          <a:schemeClr val="accent6"/>
        </a:buClr>
        <a:buFont typeface="Courier New" panose="02070309020205020404" pitchFamily="49" charset="0"/>
        <a:buChar char="o"/>
        <a:defRPr sz="2800" kern="1200">
          <a:solidFill>
            <a:schemeClr val="bg1"/>
          </a:solidFill>
          <a:latin typeface="+mn-lt"/>
          <a:ea typeface="+mn-ea"/>
          <a:cs typeface="Segoe UI" panose="020B0502040204020203" pitchFamily="34" charset="0"/>
        </a:defRPr>
      </a:lvl1pPr>
      <a:lvl2pPr marL="685800" indent="-347472" algn="l" defTabSz="914400" rtl="0" eaLnBrk="1" latinLnBrk="0" hangingPunct="1">
        <a:lnSpc>
          <a:spcPct val="90000"/>
        </a:lnSpc>
        <a:spcBef>
          <a:spcPts val="500"/>
        </a:spcBef>
        <a:buClr>
          <a:schemeClr val="accent6"/>
        </a:buClr>
        <a:buFont typeface="Courier New" panose="02070309020205020404" pitchFamily="49" charset="0"/>
        <a:buChar char="o"/>
        <a:defRPr sz="2400" kern="1200">
          <a:solidFill>
            <a:schemeClr val="bg1"/>
          </a:solidFill>
          <a:latin typeface="+mn-lt"/>
          <a:ea typeface="+mn-ea"/>
          <a:cs typeface="Segoe UI" panose="020B0502040204020203" pitchFamily="34" charset="0"/>
        </a:defRPr>
      </a:lvl2pPr>
      <a:lvl3pPr marL="1143000" indent="-347472" algn="l" defTabSz="914400" rtl="0" eaLnBrk="1" latinLnBrk="0" hangingPunct="1">
        <a:lnSpc>
          <a:spcPct val="90000"/>
        </a:lnSpc>
        <a:spcBef>
          <a:spcPts val="500"/>
        </a:spcBef>
        <a:buClr>
          <a:schemeClr val="accent6"/>
        </a:buClr>
        <a:buFont typeface="Courier New" panose="02070309020205020404" pitchFamily="49" charset="0"/>
        <a:buChar char="o"/>
        <a:defRPr sz="2000" kern="1200">
          <a:solidFill>
            <a:schemeClr val="bg1"/>
          </a:solidFill>
          <a:latin typeface="+mn-lt"/>
          <a:ea typeface="+mn-ea"/>
          <a:cs typeface="Segoe UI" panose="020B0502040204020203" pitchFamily="34" charset="0"/>
        </a:defRPr>
      </a:lvl3pPr>
      <a:lvl4pPr marL="16002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4pPr>
      <a:lvl5pPr marL="2057400" indent="-347472" algn="l" defTabSz="914400" rtl="0" eaLnBrk="1" latinLnBrk="0" hangingPunct="1">
        <a:lnSpc>
          <a:spcPct val="90000"/>
        </a:lnSpc>
        <a:spcBef>
          <a:spcPts val="500"/>
        </a:spcBef>
        <a:buClr>
          <a:schemeClr val="accent6"/>
        </a:buClr>
        <a:buFont typeface="Courier New" panose="02070309020205020404" pitchFamily="49" charset="0"/>
        <a:buChar char="o"/>
        <a:defRPr sz="1800" kern="1200">
          <a:solidFill>
            <a:schemeClr val="bg1"/>
          </a:solidFill>
          <a:latin typeface="+mn-lt"/>
          <a:ea typeface="+mn-ea"/>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8.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1.xml"/><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image" Target="../media/image8.png"/><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13.png"/><Relationship Id="rId4" Type="http://schemas.openxmlformats.org/officeDocument/2006/relationships/image" Target="../media/image9.png"/><Relationship Id="rId9"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70DB4-0446-EF22-E8E0-3A5B83923AC0}"/>
              </a:ext>
            </a:extLst>
          </p:cNvPr>
          <p:cNvSpPr>
            <a:spLocks noGrp="1"/>
          </p:cNvSpPr>
          <p:nvPr>
            <p:ph type="ctrTitle"/>
          </p:nvPr>
        </p:nvSpPr>
        <p:spPr>
          <a:xfrm>
            <a:off x="0" y="393856"/>
            <a:ext cx="12192000" cy="1481328"/>
          </a:xfrm>
        </p:spPr>
        <p:txBody>
          <a:bodyPr anchor="ctr"/>
          <a:lstStyle/>
          <a:p>
            <a:r>
              <a:rPr lang="en-US" sz="5000" dirty="0"/>
              <a:t>CSCI44 Project Presentation</a:t>
            </a:r>
          </a:p>
        </p:txBody>
      </p:sp>
      <p:sp>
        <p:nvSpPr>
          <p:cNvPr id="3" name="Subtitle 2">
            <a:extLst>
              <a:ext uri="{FF2B5EF4-FFF2-40B4-BE49-F238E27FC236}">
                <a16:creationId xmlns:a16="http://schemas.microsoft.com/office/drawing/2014/main" id="{696329B1-2D04-0F3A-1081-C5117D8CE122}"/>
              </a:ext>
            </a:extLst>
          </p:cNvPr>
          <p:cNvSpPr>
            <a:spLocks noGrp="1"/>
          </p:cNvSpPr>
          <p:nvPr>
            <p:ph type="subTitle" idx="1"/>
          </p:nvPr>
        </p:nvSpPr>
        <p:spPr>
          <a:xfrm>
            <a:off x="0" y="4135208"/>
            <a:ext cx="12191999" cy="1510218"/>
          </a:xfrm>
        </p:spPr>
        <p:txBody>
          <a:bodyPr anchor="ctr"/>
          <a:lstStyle/>
          <a:p>
            <a:r>
              <a:rPr lang="en-US" dirty="0"/>
              <a:t>Yousef Kahwaji</a:t>
            </a:r>
          </a:p>
          <a:p>
            <a:r>
              <a:rPr lang="en-US" dirty="0"/>
              <a:t>Mohammad Al Dirani</a:t>
            </a:r>
          </a:p>
          <a:p>
            <a:r>
              <a:rPr lang="en-US" dirty="0"/>
              <a:t>Ahmad Akoum</a:t>
            </a:r>
          </a:p>
        </p:txBody>
      </p:sp>
      <p:sp>
        <p:nvSpPr>
          <p:cNvPr id="5" name="TextBox 4">
            <a:extLst>
              <a:ext uri="{FF2B5EF4-FFF2-40B4-BE49-F238E27FC236}">
                <a16:creationId xmlns:a16="http://schemas.microsoft.com/office/drawing/2014/main" id="{4AC33918-356C-D577-FD25-57B7F4538D32}"/>
              </a:ext>
            </a:extLst>
          </p:cNvPr>
          <p:cNvSpPr txBox="1"/>
          <p:nvPr/>
        </p:nvSpPr>
        <p:spPr>
          <a:xfrm>
            <a:off x="0" y="2636230"/>
            <a:ext cx="12192000" cy="1323439"/>
          </a:xfrm>
          <a:prstGeom prst="rect">
            <a:avLst/>
          </a:prstGeom>
          <a:noFill/>
        </p:spPr>
        <p:txBody>
          <a:bodyPr wrap="square" rtlCol="0">
            <a:spAutoFit/>
          </a:bodyPr>
          <a:lstStyle/>
          <a:p>
            <a:pPr algn="ctr"/>
            <a:r>
              <a:rPr lang="en-US" sz="4000" b="1" cap="all" spc="600" dirty="0">
                <a:solidFill>
                  <a:schemeClr val="bg1"/>
                </a:solidFill>
                <a:latin typeface="Tw Cen MT" panose="020B0602020104020603" pitchFamily="34" charset="0"/>
                <a:ea typeface="+mj-ea"/>
                <a:cs typeface="+mj-cs"/>
              </a:rPr>
              <a:t>NVDA Price Prediction</a:t>
            </a:r>
          </a:p>
          <a:p>
            <a:pPr algn="ctr"/>
            <a:r>
              <a:rPr lang="en-US" sz="4000" b="1" cap="all" spc="600" dirty="0">
                <a:solidFill>
                  <a:schemeClr val="bg1"/>
                </a:solidFill>
                <a:latin typeface="Tw Cen MT" panose="020B0602020104020603" pitchFamily="34" charset="0"/>
                <a:ea typeface="+mj-ea"/>
                <a:cs typeface="+mj-cs"/>
              </a:rPr>
              <a:t> A Multi-Model Analysis</a:t>
            </a:r>
          </a:p>
        </p:txBody>
      </p:sp>
    </p:spTree>
    <p:extLst>
      <p:ext uri="{BB962C8B-B14F-4D97-AF65-F5344CB8AC3E}">
        <p14:creationId xmlns:p14="http://schemas.microsoft.com/office/powerpoint/2010/main" val="1723491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F7E09-6A9E-9FCC-7867-895F21ABE716}"/>
              </a:ext>
            </a:extLst>
          </p:cNvPr>
          <p:cNvSpPr>
            <a:spLocks noGrp="1"/>
          </p:cNvSpPr>
          <p:nvPr>
            <p:ph type="title"/>
          </p:nvPr>
        </p:nvSpPr>
        <p:spPr>
          <a:xfrm>
            <a:off x="0" y="32004"/>
            <a:ext cx="12192000" cy="1069848"/>
          </a:xfrm>
        </p:spPr>
        <p:txBody>
          <a:bodyPr anchor="ctr">
            <a:normAutofit/>
          </a:bodyPr>
          <a:lstStyle/>
          <a:p>
            <a:pPr algn="ctr"/>
            <a:r>
              <a:rPr lang="en-US" b="1" spc="600" dirty="0">
                <a:ln w="28575">
                  <a:noFill/>
                  <a:prstDash val="solid"/>
                </a:ln>
                <a:solidFill>
                  <a:schemeClr val="bg1"/>
                </a:solidFill>
                <a:latin typeface="Tw Cen MT" panose="020B0602020104020603" pitchFamily="34" charset="77"/>
              </a:rPr>
              <a:t>CONTENTS</a:t>
            </a:r>
            <a:endParaRPr lang="en-US" sz="3200" dirty="0"/>
          </a:p>
        </p:txBody>
      </p:sp>
      <p:sp>
        <p:nvSpPr>
          <p:cNvPr id="5" name="Slide Number Placeholder 4">
            <a:extLst>
              <a:ext uri="{FF2B5EF4-FFF2-40B4-BE49-F238E27FC236}">
                <a16:creationId xmlns:a16="http://schemas.microsoft.com/office/drawing/2014/main" id="{9157728F-9EA1-A705-8E4D-B7823E4F4C26}"/>
              </a:ext>
            </a:extLst>
          </p:cNvPr>
          <p:cNvSpPr>
            <a:spLocks noGrp="1"/>
          </p:cNvSpPr>
          <p:nvPr>
            <p:ph type="sldNum" sz="quarter" idx="11"/>
          </p:nvPr>
        </p:nvSpPr>
        <p:spPr/>
        <p:txBody>
          <a:bodyPr/>
          <a:lstStyle/>
          <a:p>
            <a:fld id="{294A09A9-5501-47C1-A89A-A340965A2BE2}" type="slidenum">
              <a:rPr lang="en-US" smtClean="0"/>
              <a:pPr/>
              <a:t>2</a:t>
            </a:fld>
            <a:endParaRPr lang="en-US" dirty="0"/>
          </a:p>
        </p:txBody>
      </p:sp>
      <p:sp>
        <p:nvSpPr>
          <p:cNvPr id="3" name="Content Placeholder 2">
            <a:extLst>
              <a:ext uri="{FF2B5EF4-FFF2-40B4-BE49-F238E27FC236}">
                <a16:creationId xmlns:a16="http://schemas.microsoft.com/office/drawing/2014/main" id="{199158D4-7B61-0A48-E33F-792278D05724}"/>
              </a:ext>
            </a:extLst>
          </p:cNvPr>
          <p:cNvSpPr>
            <a:spLocks noGrp="1"/>
          </p:cNvSpPr>
          <p:nvPr>
            <p:ph idx="1"/>
          </p:nvPr>
        </p:nvSpPr>
        <p:spPr>
          <a:xfrm>
            <a:off x="1094100" y="722376"/>
            <a:ext cx="3777930" cy="5134488"/>
          </a:xfrm>
        </p:spPr>
        <p:txBody>
          <a:bodyPr anchor="ctr"/>
          <a:lstStyle/>
          <a:p>
            <a:pPr>
              <a:buFont typeface="Arial" panose="020B0604020202020204" pitchFamily="34" charset="0"/>
              <a:buChar char="•"/>
            </a:pPr>
            <a:r>
              <a:rPr lang="en-US" dirty="0">
                <a:solidFill>
                  <a:schemeClr val="bg1"/>
                </a:solidFill>
                <a:latin typeface="Segoe UI Light" panose="020B0502040204020203" pitchFamily="34" charset="0"/>
                <a:cs typeface="Segoe UI Light" panose="020B0502040204020203" pitchFamily="34" charset="0"/>
              </a:rPr>
              <a:t>Introduction</a:t>
            </a:r>
          </a:p>
          <a:p>
            <a:pPr>
              <a:buFont typeface="Arial" panose="020B0604020202020204" pitchFamily="34" charset="0"/>
              <a:buChar char="•"/>
            </a:pPr>
            <a:r>
              <a:rPr lang="en-US" dirty="0">
                <a:latin typeface="Segoe UI Light" panose="020B0502040204020203" pitchFamily="34" charset="0"/>
                <a:cs typeface="Segoe UI Light" panose="020B0502040204020203" pitchFamily="34" charset="0"/>
              </a:rPr>
              <a:t>Dataset</a:t>
            </a:r>
          </a:p>
          <a:p>
            <a:pPr>
              <a:buFont typeface="Arial" panose="020B0604020202020204" pitchFamily="34" charset="0"/>
              <a:buChar char="•"/>
            </a:pPr>
            <a:r>
              <a:rPr lang="en-US" dirty="0">
                <a:solidFill>
                  <a:schemeClr val="bg1"/>
                </a:solidFill>
                <a:latin typeface="Segoe UI Light" panose="020B0502040204020203" pitchFamily="34" charset="0"/>
                <a:cs typeface="Segoe UI Light" panose="020B0502040204020203" pitchFamily="34" charset="0"/>
              </a:rPr>
              <a:t>Feature Engineering</a:t>
            </a:r>
          </a:p>
          <a:p>
            <a:pPr>
              <a:buFont typeface="Arial" panose="020B0604020202020204" pitchFamily="34" charset="0"/>
              <a:buChar char="•"/>
            </a:pPr>
            <a:r>
              <a:rPr lang="en-US" dirty="0">
                <a:latin typeface="Segoe UI Light" panose="020B0502040204020203" pitchFamily="34" charset="0"/>
                <a:cs typeface="Segoe UI Light" panose="020B0502040204020203" pitchFamily="34" charset="0"/>
              </a:rPr>
              <a:t>Model Strategy</a:t>
            </a:r>
          </a:p>
          <a:p>
            <a:pPr>
              <a:buFont typeface="Arial" panose="020B0604020202020204" pitchFamily="34" charset="0"/>
              <a:buChar char="•"/>
            </a:pPr>
            <a:r>
              <a:rPr lang="en-US" dirty="0">
                <a:solidFill>
                  <a:schemeClr val="bg1"/>
                </a:solidFill>
                <a:latin typeface="Segoe UI Light" panose="020B0502040204020203" pitchFamily="34" charset="0"/>
                <a:cs typeface="Segoe UI Light" panose="020B0502040204020203" pitchFamily="34" charset="0"/>
              </a:rPr>
              <a:t>Supervised Learning</a:t>
            </a:r>
          </a:p>
          <a:p>
            <a:pPr>
              <a:buFont typeface="Arial" panose="020B0604020202020204" pitchFamily="34" charset="0"/>
              <a:buChar char="•"/>
            </a:pPr>
            <a:r>
              <a:rPr lang="en-US" dirty="0">
                <a:latin typeface="Segoe UI Light" panose="020B0502040204020203" pitchFamily="34" charset="0"/>
                <a:cs typeface="Segoe UI Light" panose="020B0502040204020203" pitchFamily="34" charset="0"/>
              </a:rPr>
              <a:t>Unsupervised Learning</a:t>
            </a:r>
          </a:p>
          <a:p>
            <a:pPr>
              <a:buFont typeface="Arial" panose="020B0604020202020204" pitchFamily="34" charset="0"/>
              <a:buChar char="•"/>
            </a:pPr>
            <a:r>
              <a:rPr lang="en-US" dirty="0">
                <a:solidFill>
                  <a:schemeClr val="bg1"/>
                </a:solidFill>
                <a:latin typeface="Segoe UI Light" panose="020B0502040204020203" pitchFamily="34" charset="0"/>
                <a:cs typeface="Segoe UI Light" panose="020B0502040204020203" pitchFamily="34" charset="0"/>
              </a:rPr>
              <a:t>Con</a:t>
            </a:r>
            <a:r>
              <a:rPr lang="en-US" dirty="0">
                <a:latin typeface="Segoe UI Light" panose="020B0502040204020203" pitchFamily="34" charset="0"/>
                <a:cs typeface="Segoe UI Light" panose="020B0502040204020203" pitchFamily="34" charset="0"/>
              </a:rPr>
              <a:t>clusion</a:t>
            </a:r>
            <a:endParaRPr lang="en-US" dirty="0">
              <a:solidFill>
                <a:schemeClr val="bg1"/>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548027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F0E99-07CC-9576-AFD7-C52151AD0EA3}"/>
              </a:ext>
            </a:extLst>
          </p:cNvPr>
          <p:cNvSpPr>
            <a:spLocks noGrp="1"/>
          </p:cNvSpPr>
          <p:nvPr>
            <p:ph type="ctrTitle"/>
          </p:nvPr>
        </p:nvSpPr>
        <p:spPr/>
        <p:txBody>
          <a:bodyPr anchor="b"/>
          <a:lstStyle/>
          <a:p>
            <a:r>
              <a:rPr lang="en-US" dirty="0"/>
              <a:t>INTRODUCTION</a:t>
            </a:r>
            <a:endParaRPr lang="en-US" sz="3200" dirty="0"/>
          </a:p>
        </p:txBody>
      </p:sp>
      <p:sp>
        <p:nvSpPr>
          <p:cNvPr id="5" name="Subtitle 4">
            <a:extLst>
              <a:ext uri="{FF2B5EF4-FFF2-40B4-BE49-F238E27FC236}">
                <a16:creationId xmlns:a16="http://schemas.microsoft.com/office/drawing/2014/main" id="{BD8EC1A1-83D4-0D37-1A0C-51A437E3E881}"/>
              </a:ext>
            </a:extLst>
          </p:cNvPr>
          <p:cNvSpPr>
            <a:spLocks noGrp="1"/>
          </p:cNvSpPr>
          <p:nvPr>
            <p:ph type="subTitle" idx="1"/>
          </p:nvPr>
        </p:nvSpPr>
        <p:spPr>
          <a:xfrm>
            <a:off x="1752600" y="3630169"/>
            <a:ext cx="8503920" cy="2073038"/>
          </a:xfrm>
        </p:spPr>
        <p:txBody>
          <a:bodyPr/>
          <a:lstStyle/>
          <a:p>
            <a:r>
              <a:rPr lang="en-US" sz="2000" dirty="0"/>
              <a:t>Stock market prediction is challenging due to noisy, non-linear data and external influences. This project evaluates how well machine learning models predict next-day </a:t>
            </a:r>
            <a:r>
              <a:rPr lang="en-US" sz="2000" b="1" dirty="0"/>
              <a:t>UP/DOWN</a:t>
            </a:r>
            <a:r>
              <a:rPr lang="en-US" sz="2000" dirty="0"/>
              <a:t> movement using technical indicators. NVIDIA (NVDA) stock is used as a case study to assess whether limitations come from the models or the data itself.</a:t>
            </a:r>
          </a:p>
        </p:txBody>
      </p:sp>
    </p:spTree>
    <p:extLst>
      <p:ext uri="{BB962C8B-B14F-4D97-AF65-F5344CB8AC3E}">
        <p14:creationId xmlns:p14="http://schemas.microsoft.com/office/powerpoint/2010/main" val="33807598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52FE8-2F9C-9C12-4EB3-9742EA91D653}"/>
              </a:ext>
            </a:extLst>
          </p:cNvPr>
          <p:cNvSpPr>
            <a:spLocks noGrp="1"/>
          </p:cNvSpPr>
          <p:nvPr>
            <p:ph type="title"/>
          </p:nvPr>
        </p:nvSpPr>
        <p:spPr>
          <a:xfrm>
            <a:off x="850392" y="187452"/>
            <a:ext cx="10881360" cy="1069848"/>
          </a:xfrm>
        </p:spPr>
        <p:txBody>
          <a:bodyPr anchor="ctr"/>
          <a:lstStyle/>
          <a:p>
            <a:r>
              <a:rPr lang="en-US" sz="4000" b="1" spc="600" dirty="0">
                <a:ln w="28575">
                  <a:noFill/>
                  <a:prstDash val="solid"/>
                </a:ln>
                <a:solidFill>
                  <a:schemeClr val="bg1"/>
                </a:solidFill>
                <a:latin typeface="Tw Cen MT" panose="020B0602020104020603" pitchFamily="34" charset="77"/>
              </a:rPr>
              <a:t>Dataset</a:t>
            </a:r>
          </a:p>
        </p:txBody>
      </p:sp>
      <p:sp>
        <p:nvSpPr>
          <p:cNvPr id="5" name="Slide Number Placeholder 4">
            <a:extLst>
              <a:ext uri="{FF2B5EF4-FFF2-40B4-BE49-F238E27FC236}">
                <a16:creationId xmlns:a16="http://schemas.microsoft.com/office/drawing/2014/main" id="{2A8E318B-D756-6C57-8657-96C836320839}"/>
              </a:ext>
            </a:extLst>
          </p:cNvPr>
          <p:cNvSpPr>
            <a:spLocks noGrp="1"/>
          </p:cNvSpPr>
          <p:nvPr>
            <p:ph type="sldNum" sz="quarter" idx="11"/>
          </p:nvPr>
        </p:nvSpPr>
        <p:spPr/>
        <p:txBody>
          <a:bodyPr/>
          <a:lstStyle/>
          <a:p>
            <a:fld id="{294A09A9-5501-47C1-A89A-A340965A2BE2}" type="slidenum">
              <a:rPr lang="en-US" smtClean="0"/>
              <a:pPr/>
              <a:t>4</a:t>
            </a:fld>
            <a:endParaRPr lang="en-US" dirty="0"/>
          </a:p>
        </p:txBody>
      </p:sp>
      <p:sp>
        <p:nvSpPr>
          <p:cNvPr id="7" name="Content Placeholder 6">
            <a:extLst>
              <a:ext uri="{FF2B5EF4-FFF2-40B4-BE49-F238E27FC236}">
                <a16:creationId xmlns:a16="http://schemas.microsoft.com/office/drawing/2014/main" id="{A515D879-5EAD-BEFC-F06D-4CF429F02BF4}"/>
              </a:ext>
            </a:extLst>
          </p:cNvPr>
          <p:cNvSpPr>
            <a:spLocks noGrp="1"/>
          </p:cNvSpPr>
          <p:nvPr>
            <p:ph idx="1"/>
          </p:nvPr>
        </p:nvSpPr>
        <p:spPr>
          <a:xfrm>
            <a:off x="589788" y="1726791"/>
            <a:ext cx="6831495" cy="4275482"/>
          </a:xfrm>
        </p:spPr>
        <p:txBody>
          <a:bodyPr/>
          <a:lstStyle/>
          <a:p>
            <a:r>
              <a:rPr lang="en-US" sz="2000" dirty="0"/>
              <a:t>The dataset was retrieved from the “</a:t>
            </a:r>
            <a:r>
              <a:rPr lang="en-US" sz="2000" dirty="0" err="1"/>
              <a:t>yfinance</a:t>
            </a:r>
            <a:r>
              <a:rPr lang="en-US" sz="2000" dirty="0"/>
              <a:t>” library and used entirely; it had the following columns</a:t>
            </a:r>
            <a:r>
              <a:rPr lang="en-US" sz="2400" dirty="0"/>
              <a:t>:</a:t>
            </a:r>
          </a:p>
          <a:p>
            <a:pPr lvl="1"/>
            <a:r>
              <a:rPr lang="en-US" sz="1600" dirty="0">
                <a:solidFill>
                  <a:schemeClr val="bg2">
                    <a:lumMod val="90000"/>
                  </a:schemeClr>
                </a:solidFill>
              </a:rPr>
              <a:t>Open</a:t>
            </a:r>
          </a:p>
          <a:p>
            <a:pPr lvl="1"/>
            <a:r>
              <a:rPr lang="en-US" sz="1600" dirty="0">
                <a:solidFill>
                  <a:schemeClr val="bg2">
                    <a:lumMod val="90000"/>
                  </a:schemeClr>
                </a:solidFill>
              </a:rPr>
              <a:t>High</a:t>
            </a:r>
          </a:p>
          <a:p>
            <a:pPr lvl="1"/>
            <a:r>
              <a:rPr lang="en-US" sz="1600" dirty="0">
                <a:solidFill>
                  <a:schemeClr val="bg2">
                    <a:lumMod val="90000"/>
                  </a:schemeClr>
                </a:solidFill>
              </a:rPr>
              <a:t>Low</a:t>
            </a:r>
          </a:p>
          <a:p>
            <a:pPr lvl="1"/>
            <a:r>
              <a:rPr lang="en-US" sz="1600" dirty="0">
                <a:solidFill>
                  <a:schemeClr val="bg2">
                    <a:lumMod val="90000"/>
                  </a:schemeClr>
                </a:solidFill>
              </a:rPr>
              <a:t>Close</a:t>
            </a:r>
          </a:p>
          <a:p>
            <a:pPr lvl="1"/>
            <a:r>
              <a:rPr lang="en-US" sz="1600" dirty="0">
                <a:solidFill>
                  <a:schemeClr val="bg2">
                    <a:lumMod val="90000"/>
                  </a:schemeClr>
                </a:solidFill>
              </a:rPr>
              <a:t>Volume</a:t>
            </a:r>
          </a:p>
          <a:p>
            <a:pPr lvl="1"/>
            <a:r>
              <a:rPr lang="en-US" sz="1600" dirty="0">
                <a:solidFill>
                  <a:schemeClr val="bg2">
                    <a:lumMod val="90000"/>
                  </a:schemeClr>
                </a:solidFill>
              </a:rPr>
              <a:t>Dividends</a:t>
            </a:r>
          </a:p>
          <a:p>
            <a:pPr lvl="1"/>
            <a:r>
              <a:rPr lang="en-US" sz="1600" dirty="0">
                <a:solidFill>
                  <a:schemeClr val="bg2">
                    <a:lumMod val="90000"/>
                  </a:schemeClr>
                </a:solidFill>
              </a:rPr>
              <a:t>Stock Splits</a:t>
            </a:r>
            <a:endParaRPr lang="en-US" sz="2400" dirty="0"/>
          </a:p>
          <a:p>
            <a:r>
              <a:rPr lang="en-US" sz="2000" dirty="0"/>
              <a:t>The </a:t>
            </a:r>
            <a:r>
              <a:rPr lang="en-US" sz="2000" dirty="0">
                <a:solidFill>
                  <a:schemeClr val="bg2">
                    <a:lumMod val="90000"/>
                  </a:schemeClr>
                </a:solidFill>
              </a:rPr>
              <a:t>Dividends</a:t>
            </a:r>
            <a:r>
              <a:rPr lang="en-US" sz="2000" dirty="0"/>
              <a:t> and </a:t>
            </a:r>
            <a:r>
              <a:rPr lang="en-US" sz="2000" dirty="0">
                <a:solidFill>
                  <a:schemeClr val="bg2">
                    <a:lumMod val="90000"/>
                  </a:schemeClr>
                </a:solidFill>
              </a:rPr>
              <a:t>Stock</a:t>
            </a:r>
            <a:r>
              <a:rPr lang="en-US" sz="2000" dirty="0"/>
              <a:t> </a:t>
            </a:r>
            <a:r>
              <a:rPr lang="en-US" sz="2000" dirty="0">
                <a:solidFill>
                  <a:schemeClr val="bg2">
                    <a:lumMod val="90000"/>
                  </a:schemeClr>
                </a:solidFill>
              </a:rPr>
              <a:t>Splits</a:t>
            </a:r>
            <a:r>
              <a:rPr lang="en-US" sz="2000" dirty="0"/>
              <a:t> columns were removed as they don’t provide any important information</a:t>
            </a:r>
          </a:p>
        </p:txBody>
      </p:sp>
      <p:pic>
        <p:nvPicPr>
          <p:cNvPr id="15" name="Picture 14" descr="A screenshot of a computer program&#10;&#10;AI-generated content may be incorrect.">
            <a:extLst>
              <a:ext uri="{FF2B5EF4-FFF2-40B4-BE49-F238E27FC236}">
                <a16:creationId xmlns:a16="http://schemas.microsoft.com/office/drawing/2014/main" id="{FD582185-85D1-75C4-C165-FA7D4D8379E1}"/>
              </a:ext>
            </a:extLst>
          </p:cNvPr>
          <p:cNvPicPr>
            <a:picLocks noChangeAspect="1"/>
          </p:cNvPicPr>
          <p:nvPr/>
        </p:nvPicPr>
        <p:blipFill>
          <a:blip r:embed="rId2"/>
          <a:stretch>
            <a:fillRect/>
          </a:stretch>
        </p:blipFill>
        <p:spPr>
          <a:xfrm>
            <a:off x="7295387" y="1726791"/>
            <a:ext cx="4773173" cy="3499882"/>
          </a:xfrm>
          <a:prstGeom prst="rect">
            <a:avLst/>
          </a:prstGeom>
        </p:spPr>
      </p:pic>
    </p:spTree>
    <p:extLst>
      <p:ext uri="{BB962C8B-B14F-4D97-AF65-F5344CB8AC3E}">
        <p14:creationId xmlns:p14="http://schemas.microsoft.com/office/powerpoint/2010/main" val="1372651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55BF00-CE60-E6F2-09FD-A06BE563A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99CE21-1B96-F9E8-B0E0-26834FE68EB9}"/>
              </a:ext>
            </a:extLst>
          </p:cNvPr>
          <p:cNvSpPr>
            <a:spLocks noGrp="1"/>
          </p:cNvSpPr>
          <p:nvPr>
            <p:ph type="title"/>
          </p:nvPr>
        </p:nvSpPr>
        <p:spPr>
          <a:xfrm>
            <a:off x="850392" y="187452"/>
            <a:ext cx="10881360" cy="1069848"/>
          </a:xfrm>
        </p:spPr>
        <p:txBody>
          <a:bodyPr anchor="ctr"/>
          <a:lstStyle/>
          <a:p>
            <a:r>
              <a:rPr lang="en-US" sz="4000" b="1" spc="600" dirty="0">
                <a:ln w="28575">
                  <a:noFill/>
                  <a:prstDash val="solid"/>
                </a:ln>
                <a:solidFill>
                  <a:schemeClr val="bg1"/>
                </a:solidFill>
                <a:latin typeface="Tw Cen MT" panose="020B0602020104020603" pitchFamily="34" charset="77"/>
              </a:rPr>
              <a:t>Feature Engineering 1</a:t>
            </a:r>
          </a:p>
        </p:txBody>
      </p:sp>
      <p:sp>
        <p:nvSpPr>
          <p:cNvPr id="5" name="Slide Number Placeholder 4">
            <a:extLst>
              <a:ext uri="{FF2B5EF4-FFF2-40B4-BE49-F238E27FC236}">
                <a16:creationId xmlns:a16="http://schemas.microsoft.com/office/drawing/2014/main" id="{1747EBD1-B7C7-CD98-50BC-AE248D1C9F76}"/>
              </a:ext>
            </a:extLst>
          </p:cNvPr>
          <p:cNvSpPr>
            <a:spLocks noGrp="1"/>
          </p:cNvSpPr>
          <p:nvPr>
            <p:ph type="sldNum" sz="quarter" idx="11"/>
          </p:nvPr>
        </p:nvSpPr>
        <p:spPr/>
        <p:txBody>
          <a:bodyPr/>
          <a:lstStyle/>
          <a:p>
            <a:fld id="{294A09A9-5501-47C1-A89A-A340965A2BE2}" type="slidenum">
              <a:rPr lang="en-US" smtClean="0"/>
              <a:pPr/>
              <a:t>5</a:t>
            </a:fld>
            <a:endParaRPr lang="en-US" dirty="0"/>
          </a:p>
        </p:txBody>
      </p:sp>
      <p:sp>
        <p:nvSpPr>
          <p:cNvPr id="7" name="Content Placeholder 6">
            <a:extLst>
              <a:ext uri="{FF2B5EF4-FFF2-40B4-BE49-F238E27FC236}">
                <a16:creationId xmlns:a16="http://schemas.microsoft.com/office/drawing/2014/main" id="{61AA0A69-707A-CE85-32F2-A7F6D80CB9F6}"/>
              </a:ext>
            </a:extLst>
          </p:cNvPr>
          <p:cNvSpPr>
            <a:spLocks noGrp="1"/>
          </p:cNvSpPr>
          <p:nvPr>
            <p:ph idx="1"/>
          </p:nvPr>
        </p:nvSpPr>
        <p:spPr>
          <a:xfrm>
            <a:off x="715683" y="1117191"/>
            <a:ext cx="11251030" cy="4275482"/>
          </a:xfrm>
        </p:spPr>
        <p:txBody>
          <a:bodyPr/>
          <a:lstStyle/>
          <a:p>
            <a:pPr marL="0" indent="0">
              <a:buNone/>
            </a:pPr>
            <a:r>
              <a:rPr lang="en-US" sz="2000" dirty="0"/>
              <a:t>Knowing that the features that come with the dataset won’t be enough for models to predict a meaningful result, we decided to engineer new features for the dataset.</a:t>
            </a:r>
          </a:p>
          <a:p>
            <a:pPr marL="0" indent="0">
              <a:buNone/>
            </a:pPr>
            <a:endParaRPr lang="en-US" sz="2000" dirty="0"/>
          </a:p>
          <a:p>
            <a:pPr marL="0" indent="0">
              <a:buNone/>
            </a:pPr>
            <a:endParaRPr lang="en-US" sz="2000" dirty="0"/>
          </a:p>
        </p:txBody>
      </p:sp>
      <p:sp>
        <p:nvSpPr>
          <p:cNvPr id="3" name="TextBox 2">
            <a:extLst>
              <a:ext uri="{FF2B5EF4-FFF2-40B4-BE49-F238E27FC236}">
                <a16:creationId xmlns:a16="http://schemas.microsoft.com/office/drawing/2014/main" id="{6056926F-D8A1-540B-25C8-3941D31D834E}"/>
              </a:ext>
            </a:extLst>
          </p:cNvPr>
          <p:cNvSpPr txBox="1"/>
          <p:nvPr/>
        </p:nvSpPr>
        <p:spPr>
          <a:xfrm>
            <a:off x="850391" y="1986682"/>
            <a:ext cx="3728235" cy="3693319"/>
          </a:xfrm>
          <a:prstGeom prst="rect">
            <a:avLst/>
          </a:prstGeom>
          <a:noFill/>
        </p:spPr>
        <p:txBody>
          <a:bodyPr wrap="square" rtlCol="0">
            <a:spAutoFit/>
          </a:bodyPr>
          <a:lstStyle/>
          <a:p>
            <a:pPr marL="285750" indent="-285750">
              <a:buFontTx/>
              <a:buChar char="-"/>
            </a:pPr>
            <a:r>
              <a:rPr lang="en-US" dirty="0">
                <a:solidFill>
                  <a:schemeClr val="bg1"/>
                </a:solidFill>
              </a:rPr>
              <a:t>SMA, Simple Moving Average</a:t>
            </a:r>
          </a:p>
          <a:p>
            <a:pPr marL="742950" lvl="1" indent="-285750">
              <a:buFontTx/>
              <a:buChar char="-"/>
            </a:pPr>
            <a:r>
              <a:rPr lang="en-US" dirty="0">
                <a:solidFill>
                  <a:schemeClr val="bg1"/>
                </a:solidFill>
              </a:rPr>
              <a:t>SMA 20</a:t>
            </a:r>
          </a:p>
          <a:p>
            <a:pPr marL="742950" lvl="1" indent="-285750">
              <a:buFontTx/>
              <a:buChar char="-"/>
            </a:pPr>
            <a:r>
              <a:rPr lang="en-US" dirty="0">
                <a:solidFill>
                  <a:schemeClr val="bg1"/>
                </a:solidFill>
              </a:rPr>
              <a:t>SMA 50</a:t>
            </a:r>
          </a:p>
          <a:p>
            <a:pPr marL="742950" lvl="1" indent="-285750">
              <a:buFontTx/>
              <a:buChar char="-"/>
            </a:pPr>
            <a:r>
              <a:rPr lang="en-US" dirty="0">
                <a:solidFill>
                  <a:schemeClr val="bg1"/>
                </a:solidFill>
              </a:rPr>
              <a:t>SMA 100</a:t>
            </a:r>
          </a:p>
          <a:p>
            <a:pPr marL="742950" lvl="1" indent="-285750">
              <a:buFontTx/>
              <a:buChar char="-"/>
            </a:pPr>
            <a:r>
              <a:rPr lang="en-US" dirty="0">
                <a:solidFill>
                  <a:schemeClr val="bg1"/>
                </a:solidFill>
              </a:rPr>
              <a:t>SMA 200</a:t>
            </a:r>
          </a:p>
          <a:p>
            <a:pPr marL="285750" indent="-285750">
              <a:buFontTx/>
              <a:buChar char="-"/>
            </a:pPr>
            <a:r>
              <a:rPr lang="en-US" dirty="0">
                <a:solidFill>
                  <a:schemeClr val="bg1"/>
                </a:solidFill>
              </a:rPr>
              <a:t>The simple moving average is an average over a set number of days.</a:t>
            </a:r>
          </a:p>
          <a:p>
            <a:pPr marL="285750" indent="-285750">
              <a:buFontTx/>
              <a:buChar char="-"/>
            </a:pPr>
            <a:r>
              <a:rPr lang="en-US" dirty="0">
                <a:solidFill>
                  <a:schemeClr val="bg1"/>
                </a:solidFill>
              </a:rPr>
              <a:t>From the SMA, we computed the relative distance between the closing price and each SMA: Close / SMA − 1</a:t>
            </a:r>
          </a:p>
          <a:p>
            <a:pPr marL="742950" lvl="1" indent="-285750">
              <a:buFontTx/>
              <a:buChar char="-"/>
            </a:pPr>
            <a:endParaRPr lang="en-US" dirty="0">
              <a:solidFill>
                <a:schemeClr val="bg1"/>
              </a:solidFill>
            </a:endParaRPr>
          </a:p>
        </p:txBody>
      </p:sp>
      <p:sp>
        <p:nvSpPr>
          <p:cNvPr id="4" name="TextBox 3">
            <a:extLst>
              <a:ext uri="{FF2B5EF4-FFF2-40B4-BE49-F238E27FC236}">
                <a16:creationId xmlns:a16="http://schemas.microsoft.com/office/drawing/2014/main" id="{F1D1ADF6-AD61-90AB-72B7-254B288646F1}"/>
              </a:ext>
            </a:extLst>
          </p:cNvPr>
          <p:cNvSpPr txBox="1"/>
          <p:nvPr/>
        </p:nvSpPr>
        <p:spPr>
          <a:xfrm>
            <a:off x="4713335" y="1986682"/>
            <a:ext cx="3396996" cy="2862322"/>
          </a:xfrm>
          <a:prstGeom prst="rect">
            <a:avLst/>
          </a:prstGeom>
          <a:noFill/>
        </p:spPr>
        <p:txBody>
          <a:bodyPr wrap="square" rtlCol="0">
            <a:spAutoFit/>
          </a:bodyPr>
          <a:lstStyle/>
          <a:p>
            <a:pPr marL="285750" indent="-285750">
              <a:buFontTx/>
              <a:buChar char="-"/>
            </a:pPr>
            <a:r>
              <a:rPr lang="en-US" dirty="0">
                <a:solidFill>
                  <a:schemeClr val="bg1"/>
                </a:solidFill>
              </a:rPr>
              <a:t>RSI, Relative Strength Index</a:t>
            </a:r>
          </a:p>
          <a:p>
            <a:pPr marL="742950" lvl="1" indent="-285750">
              <a:buFontTx/>
              <a:buChar char="-"/>
            </a:pPr>
            <a:r>
              <a:rPr lang="en-US" dirty="0">
                <a:solidFill>
                  <a:schemeClr val="bg1"/>
                </a:solidFill>
              </a:rPr>
              <a:t>RSI 14</a:t>
            </a:r>
          </a:p>
          <a:p>
            <a:pPr marL="742950" lvl="1" indent="-285750">
              <a:buFontTx/>
              <a:buChar char="-"/>
            </a:pPr>
            <a:r>
              <a:rPr lang="en-US" dirty="0">
                <a:solidFill>
                  <a:schemeClr val="bg1"/>
                </a:solidFill>
              </a:rPr>
              <a:t>RSI 30</a:t>
            </a:r>
          </a:p>
          <a:p>
            <a:pPr marL="742950" lvl="1" indent="-285750">
              <a:buFontTx/>
              <a:buChar char="-"/>
            </a:pPr>
            <a:r>
              <a:rPr lang="en-US" dirty="0">
                <a:solidFill>
                  <a:schemeClr val="bg1"/>
                </a:solidFill>
              </a:rPr>
              <a:t>RSI 90</a:t>
            </a:r>
          </a:p>
          <a:p>
            <a:pPr marL="285750" indent="-285750">
              <a:buFontTx/>
              <a:buChar char="-"/>
            </a:pPr>
            <a:r>
              <a:rPr lang="en-US" dirty="0">
                <a:solidFill>
                  <a:schemeClr val="bg1"/>
                </a:solidFill>
              </a:rPr>
              <a:t>RSI helps identify overbought and oversold conditions at different time horizons. It was calculated using the RSI method from the ta library</a:t>
            </a:r>
          </a:p>
          <a:p>
            <a:pPr marL="742950" lvl="1" indent="-285750">
              <a:buFontTx/>
              <a:buChar char="-"/>
            </a:pPr>
            <a:endParaRPr lang="en-US" dirty="0">
              <a:solidFill>
                <a:schemeClr val="bg1"/>
              </a:solidFill>
            </a:endParaRPr>
          </a:p>
        </p:txBody>
      </p:sp>
      <p:sp>
        <p:nvSpPr>
          <p:cNvPr id="6" name="TextBox 5">
            <a:extLst>
              <a:ext uri="{FF2B5EF4-FFF2-40B4-BE49-F238E27FC236}">
                <a16:creationId xmlns:a16="http://schemas.microsoft.com/office/drawing/2014/main" id="{D26A4F7A-EDC8-D0F2-FCBD-562FA7F095B4}"/>
              </a:ext>
            </a:extLst>
          </p:cNvPr>
          <p:cNvSpPr txBox="1"/>
          <p:nvPr/>
        </p:nvSpPr>
        <p:spPr>
          <a:xfrm>
            <a:off x="7944613" y="1986682"/>
            <a:ext cx="3396996" cy="2308324"/>
          </a:xfrm>
          <a:prstGeom prst="rect">
            <a:avLst/>
          </a:prstGeom>
          <a:noFill/>
        </p:spPr>
        <p:txBody>
          <a:bodyPr wrap="square" rtlCol="0">
            <a:spAutoFit/>
          </a:bodyPr>
          <a:lstStyle/>
          <a:p>
            <a:pPr marL="742950" lvl="1" indent="-285750">
              <a:buFontTx/>
              <a:buChar char="-"/>
            </a:pPr>
            <a:r>
              <a:rPr lang="en-US" dirty="0">
                <a:solidFill>
                  <a:schemeClr val="bg1"/>
                </a:solidFill>
              </a:rPr>
              <a:t>ROC, Rate of Change</a:t>
            </a:r>
          </a:p>
          <a:p>
            <a:pPr marL="1200150" lvl="2" indent="-285750">
              <a:buFontTx/>
              <a:buChar char="-"/>
            </a:pPr>
            <a:r>
              <a:rPr lang="en-US" dirty="0">
                <a:solidFill>
                  <a:schemeClr val="bg1"/>
                </a:solidFill>
              </a:rPr>
              <a:t>ROC 5</a:t>
            </a:r>
          </a:p>
          <a:p>
            <a:pPr marL="1200150" lvl="2" indent="-285750">
              <a:buFontTx/>
              <a:buChar char="-"/>
            </a:pPr>
            <a:r>
              <a:rPr lang="en-US" dirty="0">
                <a:solidFill>
                  <a:schemeClr val="bg1"/>
                </a:solidFill>
              </a:rPr>
              <a:t>ROC 10</a:t>
            </a:r>
          </a:p>
          <a:p>
            <a:pPr marL="1200150" lvl="2" indent="-285750">
              <a:buFontTx/>
              <a:buChar char="-"/>
            </a:pPr>
            <a:r>
              <a:rPr lang="en-US" dirty="0">
                <a:solidFill>
                  <a:schemeClr val="bg1"/>
                </a:solidFill>
              </a:rPr>
              <a:t>ROC 20</a:t>
            </a:r>
          </a:p>
          <a:p>
            <a:pPr marL="742950" lvl="1" indent="-285750">
              <a:buFontTx/>
              <a:buChar char="-"/>
            </a:pPr>
            <a:r>
              <a:rPr lang="en-US" dirty="0">
                <a:solidFill>
                  <a:schemeClr val="bg1"/>
                </a:solidFill>
              </a:rPr>
              <a:t>ROC captures short-term and medium-term momentum in price changes.</a:t>
            </a:r>
          </a:p>
        </p:txBody>
      </p:sp>
    </p:spTree>
    <p:extLst>
      <p:ext uri="{BB962C8B-B14F-4D97-AF65-F5344CB8AC3E}">
        <p14:creationId xmlns:p14="http://schemas.microsoft.com/office/powerpoint/2010/main" val="4273345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67E85-17B7-D237-2CA2-AA6FD757B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B24740-0FF2-D6A5-FB89-E85E43703505}"/>
              </a:ext>
            </a:extLst>
          </p:cNvPr>
          <p:cNvSpPr>
            <a:spLocks noGrp="1"/>
          </p:cNvSpPr>
          <p:nvPr>
            <p:ph type="title"/>
          </p:nvPr>
        </p:nvSpPr>
        <p:spPr>
          <a:xfrm>
            <a:off x="850392" y="187452"/>
            <a:ext cx="10881360" cy="1069848"/>
          </a:xfrm>
        </p:spPr>
        <p:txBody>
          <a:bodyPr anchor="ctr"/>
          <a:lstStyle/>
          <a:p>
            <a:r>
              <a:rPr lang="en-US" sz="4000" b="1" spc="600" dirty="0">
                <a:ln w="28575">
                  <a:noFill/>
                  <a:prstDash val="solid"/>
                </a:ln>
                <a:solidFill>
                  <a:schemeClr val="bg1"/>
                </a:solidFill>
                <a:latin typeface="Tw Cen MT" panose="020B0602020104020603" pitchFamily="34" charset="77"/>
              </a:rPr>
              <a:t>Feature Engineering 2</a:t>
            </a:r>
          </a:p>
        </p:txBody>
      </p:sp>
      <p:sp>
        <p:nvSpPr>
          <p:cNvPr id="5" name="Slide Number Placeholder 4">
            <a:extLst>
              <a:ext uri="{FF2B5EF4-FFF2-40B4-BE49-F238E27FC236}">
                <a16:creationId xmlns:a16="http://schemas.microsoft.com/office/drawing/2014/main" id="{6FB519A0-FD54-8AAD-9C15-6B72539083DF}"/>
              </a:ext>
            </a:extLst>
          </p:cNvPr>
          <p:cNvSpPr>
            <a:spLocks noGrp="1"/>
          </p:cNvSpPr>
          <p:nvPr>
            <p:ph type="sldNum" sz="quarter" idx="11"/>
          </p:nvPr>
        </p:nvSpPr>
        <p:spPr/>
        <p:txBody>
          <a:bodyPr/>
          <a:lstStyle/>
          <a:p>
            <a:fld id="{294A09A9-5501-47C1-A89A-A340965A2BE2}" type="slidenum">
              <a:rPr lang="en-US" smtClean="0"/>
              <a:pPr/>
              <a:t>6</a:t>
            </a:fld>
            <a:endParaRPr lang="en-US" dirty="0"/>
          </a:p>
        </p:txBody>
      </p:sp>
      <p:sp>
        <p:nvSpPr>
          <p:cNvPr id="3" name="TextBox 2">
            <a:extLst>
              <a:ext uri="{FF2B5EF4-FFF2-40B4-BE49-F238E27FC236}">
                <a16:creationId xmlns:a16="http://schemas.microsoft.com/office/drawing/2014/main" id="{73D1139B-B62C-8676-8C33-306A00B0C608}"/>
              </a:ext>
            </a:extLst>
          </p:cNvPr>
          <p:cNvSpPr txBox="1"/>
          <p:nvPr/>
        </p:nvSpPr>
        <p:spPr>
          <a:xfrm>
            <a:off x="850391" y="1194297"/>
            <a:ext cx="3728235" cy="2585323"/>
          </a:xfrm>
          <a:prstGeom prst="rect">
            <a:avLst/>
          </a:prstGeom>
          <a:noFill/>
        </p:spPr>
        <p:txBody>
          <a:bodyPr wrap="square" rtlCol="0">
            <a:spAutoFit/>
          </a:bodyPr>
          <a:lstStyle/>
          <a:p>
            <a:pPr marL="742950" lvl="1" indent="-285750">
              <a:buFontTx/>
              <a:buChar char="-"/>
            </a:pPr>
            <a:r>
              <a:rPr lang="en-US" dirty="0">
                <a:solidFill>
                  <a:schemeClr val="bg1"/>
                </a:solidFill>
              </a:rPr>
              <a:t>Volatility 5</a:t>
            </a:r>
          </a:p>
          <a:p>
            <a:pPr marL="742950" lvl="1" indent="-285750">
              <a:buFontTx/>
              <a:buChar char="-"/>
            </a:pPr>
            <a:r>
              <a:rPr lang="en-US" dirty="0">
                <a:solidFill>
                  <a:schemeClr val="bg1"/>
                </a:solidFill>
              </a:rPr>
              <a:t>Volatility 10</a:t>
            </a:r>
          </a:p>
          <a:p>
            <a:pPr marL="742950" lvl="1" indent="-285750">
              <a:buFontTx/>
              <a:buChar char="-"/>
            </a:pPr>
            <a:r>
              <a:rPr lang="en-US" dirty="0">
                <a:solidFill>
                  <a:schemeClr val="bg1"/>
                </a:solidFill>
              </a:rPr>
              <a:t>Volatility 15</a:t>
            </a:r>
          </a:p>
          <a:p>
            <a:pPr marL="285750" indent="-285750">
              <a:buFontTx/>
              <a:buChar char="-"/>
            </a:pPr>
            <a:r>
              <a:rPr lang="en-US" dirty="0">
                <a:solidFill>
                  <a:schemeClr val="bg1"/>
                </a:solidFill>
              </a:rPr>
              <a:t>Volatility was calculated using rolling standard deviations of daily percentage. These features quantify how unstable price movements are over different windows.</a:t>
            </a:r>
          </a:p>
        </p:txBody>
      </p:sp>
      <p:sp>
        <p:nvSpPr>
          <p:cNvPr id="4" name="TextBox 3">
            <a:extLst>
              <a:ext uri="{FF2B5EF4-FFF2-40B4-BE49-F238E27FC236}">
                <a16:creationId xmlns:a16="http://schemas.microsoft.com/office/drawing/2014/main" id="{04A5E11D-90CD-7184-FA95-4D73D67CA517}"/>
              </a:ext>
            </a:extLst>
          </p:cNvPr>
          <p:cNvSpPr txBox="1"/>
          <p:nvPr/>
        </p:nvSpPr>
        <p:spPr>
          <a:xfrm>
            <a:off x="4397502" y="1194297"/>
            <a:ext cx="3396996" cy="2031325"/>
          </a:xfrm>
          <a:prstGeom prst="rect">
            <a:avLst/>
          </a:prstGeom>
          <a:noFill/>
        </p:spPr>
        <p:txBody>
          <a:bodyPr wrap="square" rtlCol="0">
            <a:spAutoFit/>
          </a:bodyPr>
          <a:lstStyle/>
          <a:p>
            <a:pPr marL="285750" indent="-285750">
              <a:buFontTx/>
              <a:buChar char="-"/>
            </a:pPr>
            <a:r>
              <a:rPr lang="en-US" dirty="0">
                <a:solidFill>
                  <a:schemeClr val="bg1"/>
                </a:solidFill>
              </a:rPr>
              <a:t>To avoid future data leakage, 2 new ranges were introduced</a:t>
            </a:r>
          </a:p>
          <a:p>
            <a:pPr marL="742950" lvl="1" indent="-285750">
              <a:buFontTx/>
              <a:buChar char="-"/>
            </a:pPr>
            <a:r>
              <a:rPr lang="en-US" dirty="0">
                <a:solidFill>
                  <a:schemeClr val="bg1"/>
                </a:solidFill>
              </a:rPr>
              <a:t>High Low</a:t>
            </a:r>
          </a:p>
          <a:p>
            <a:pPr marL="742950" lvl="1" indent="-285750">
              <a:buFontTx/>
              <a:buChar char="-"/>
            </a:pPr>
            <a:r>
              <a:rPr lang="en-US" dirty="0">
                <a:solidFill>
                  <a:schemeClr val="bg1"/>
                </a:solidFill>
              </a:rPr>
              <a:t>Open Close</a:t>
            </a:r>
          </a:p>
          <a:p>
            <a:pPr marL="285750" indent="-285750">
              <a:buFontTx/>
              <a:buChar char="-"/>
            </a:pPr>
            <a:r>
              <a:rPr lang="en-US" dirty="0">
                <a:solidFill>
                  <a:schemeClr val="bg1"/>
                </a:solidFill>
              </a:rPr>
              <a:t>These features help represent daily price behavior without referencing future prices.</a:t>
            </a:r>
          </a:p>
        </p:txBody>
      </p:sp>
      <p:sp>
        <p:nvSpPr>
          <p:cNvPr id="6" name="TextBox 5">
            <a:extLst>
              <a:ext uri="{FF2B5EF4-FFF2-40B4-BE49-F238E27FC236}">
                <a16:creationId xmlns:a16="http://schemas.microsoft.com/office/drawing/2014/main" id="{45AD5D16-0AF2-E655-35C6-5D3B17D37DE5}"/>
              </a:ext>
            </a:extLst>
          </p:cNvPr>
          <p:cNvSpPr txBox="1"/>
          <p:nvPr/>
        </p:nvSpPr>
        <p:spPr>
          <a:xfrm>
            <a:off x="7639431" y="1194297"/>
            <a:ext cx="4247388" cy="2031325"/>
          </a:xfrm>
          <a:prstGeom prst="rect">
            <a:avLst/>
          </a:prstGeom>
          <a:noFill/>
        </p:spPr>
        <p:txBody>
          <a:bodyPr wrap="square" rtlCol="0">
            <a:spAutoFit/>
          </a:bodyPr>
          <a:lstStyle/>
          <a:p>
            <a:pPr marL="742950" lvl="1" indent="-285750">
              <a:buFontTx/>
              <a:buChar char="-"/>
            </a:pPr>
            <a:r>
              <a:rPr lang="en-US" dirty="0">
                <a:solidFill>
                  <a:schemeClr val="bg1"/>
                </a:solidFill>
              </a:rPr>
              <a:t>Moving Average Convergence Divergence (MACD)</a:t>
            </a:r>
          </a:p>
          <a:p>
            <a:pPr marL="1200150" lvl="2" indent="-285750">
              <a:buFontTx/>
              <a:buChar char="-"/>
            </a:pPr>
            <a:r>
              <a:rPr lang="en-US" dirty="0">
                <a:solidFill>
                  <a:schemeClr val="bg1"/>
                </a:solidFill>
              </a:rPr>
              <a:t>Line</a:t>
            </a:r>
          </a:p>
          <a:p>
            <a:pPr marL="1200150" lvl="2" indent="-285750">
              <a:buFontTx/>
              <a:buChar char="-"/>
            </a:pPr>
            <a:r>
              <a:rPr lang="en-US" dirty="0">
                <a:solidFill>
                  <a:schemeClr val="bg1"/>
                </a:solidFill>
              </a:rPr>
              <a:t>Signal Line</a:t>
            </a:r>
          </a:p>
          <a:p>
            <a:pPr marL="1200150" lvl="2" indent="-285750">
              <a:buFontTx/>
              <a:buChar char="-"/>
            </a:pPr>
            <a:r>
              <a:rPr lang="en-US" dirty="0">
                <a:solidFill>
                  <a:schemeClr val="bg1"/>
                </a:solidFill>
              </a:rPr>
              <a:t>Difference</a:t>
            </a:r>
          </a:p>
          <a:p>
            <a:pPr marL="742950" lvl="1" indent="-285750">
              <a:buFontTx/>
              <a:buChar char="-"/>
            </a:pPr>
            <a:r>
              <a:rPr lang="en-US" dirty="0">
                <a:solidFill>
                  <a:schemeClr val="bg1"/>
                </a:solidFill>
              </a:rPr>
              <a:t>MACD provides a non-linear trend-following signal.</a:t>
            </a:r>
          </a:p>
        </p:txBody>
      </p:sp>
      <p:sp>
        <p:nvSpPr>
          <p:cNvPr id="12" name="TextBox 11">
            <a:extLst>
              <a:ext uri="{FF2B5EF4-FFF2-40B4-BE49-F238E27FC236}">
                <a16:creationId xmlns:a16="http://schemas.microsoft.com/office/drawing/2014/main" id="{E903F977-355D-AAE1-26C7-30417F3F02E0}"/>
              </a:ext>
            </a:extLst>
          </p:cNvPr>
          <p:cNvSpPr txBox="1"/>
          <p:nvPr/>
        </p:nvSpPr>
        <p:spPr>
          <a:xfrm>
            <a:off x="669267" y="4023637"/>
            <a:ext cx="3728235" cy="1754326"/>
          </a:xfrm>
          <a:prstGeom prst="rect">
            <a:avLst/>
          </a:prstGeom>
          <a:noFill/>
        </p:spPr>
        <p:txBody>
          <a:bodyPr wrap="square" rtlCol="0">
            <a:spAutoFit/>
          </a:bodyPr>
          <a:lstStyle/>
          <a:p>
            <a:pPr marL="285750" indent="-285750">
              <a:buFontTx/>
              <a:buChar char="-"/>
            </a:pPr>
            <a:r>
              <a:rPr lang="en-US" dirty="0">
                <a:solidFill>
                  <a:schemeClr val="bg1"/>
                </a:solidFill>
              </a:rPr>
              <a:t>Time Based Features</a:t>
            </a:r>
          </a:p>
          <a:p>
            <a:pPr marL="742950" lvl="1" indent="-285750">
              <a:buFontTx/>
              <a:buChar char="-"/>
            </a:pPr>
            <a:r>
              <a:rPr lang="en-US" dirty="0">
                <a:solidFill>
                  <a:schemeClr val="bg1"/>
                </a:solidFill>
              </a:rPr>
              <a:t>Day of the week</a:t>
            </a:r>
          </a:p>
          <a:p>
            <a:pPr marL="742950" lvl="1" indent="-285750">
              <a:buFontTx/>
              <a:buChar char="-"/>
            </a:pPr>
            <a:r>
              <a:rPr lang="en-US" dirty="0">
                <a:solidFill>
                  <a:schemeClr val="bg1"/>
                </a:solidFill>
              </a:rPr>
              <a:t>Month of the year</a:t>
            </a:r>
          </a:p>
          <a:p>
            <a:pPr marL="285750" indent="-285750">
              <a:buFontTx/>
              <a:buChar char="-"/>
            </a:pPr>
            <a:r>
              <a:rPr lang="en-US" dirty="0">
                <a:solidFill>
                  <a:schemeClr val="bg1"/>
                </a:solidFill>
              </a:rPr>
              <a:t>These were introduced to help the model follow day or month patterns</a:t>
            </a:r>
          </a:p>
        </p:txBody>
      </p:sp>
      <p:sp>
        <p:nvSpPr>
          <p:cNvPr id="13" name="TextBox 12">
            <a:extLst>
              <a:ext uri="{FF2B5EF4-FFF2-40B4-BE49-F238E27FC236}">
                <a16:creationId xmlns:a16="http://schemas.microsoft.com/office/drawing/2014/main" id="{C7EE71B9-D157-10BF-E9B1-6988EBEFE7A4}"/>
              </a:ext>
            </a:extLst>
          </p:cNvPr>
          <p:cNvSpPr txBox="1"/>
          <p:nvPr/>
        </p:nvSpPr>
        <p:spPr>
          <a:xfrm>
            <a:off x="4397502" y="4023637"/>
            <a:ext cx="3728235" cy="923330"/>
          </a:xfrm>
          <a:prstGeom prst="rect">
            <a:avLst/>
          </a:prstGeom>
          <a:noFill/>
        </p:spPr>
        <p:txBody>
          <a:bodyPr wrap="square" rtlCol="0">
            <a:spAutoFit/>
          </a:bodyPr>
          <a:lstStyle/>
          <a:p>
            <a:pPr marL="285750" indent="-285750">
              <a:buFontTx/>
              <a:buChar char="-"/>
            </a:pPr>
            <a:r>
              <a:rPr lang="en-US" dirty="0">
                <a:solidFill>
                  <a:schemeClr val="bg1"/>
                </a:solidFill>
              </a:rPr>
              <a:t>NaNs where intentionally left in to test the models’ abilities to handle nulls</a:t>
            </a:r>
          </a:p>
        </p:txBody>
      </p:sp>
    </p:spTree>
    <p:extLst>
      <p:ext uri="{BB962C8B-B14F-4D97-AF65-F5344CB8AC3E}">
        <p14:creationId xmlns:p14="http://schemas.microsoft.com/office/powerpoint/2010/main" val="42374167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E32BD-8584-FA6F-F8E2-6FD33BC66B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0B7E4-A3C1-0410-490C-D8F786120A13}"/>
              </a:ext>
            </a:extLst>
          </p:cNvPr>
          <p:cNvSpPr>
            <a:spLocks noGrp="1"/>
          </p:cNvSpPr>
          <p:nvPr>
            <p:ph type="title"/>
          </p:nvPr>
        </p:nvSpPr>
        <p:spPr>
          <a:xfrm>
            <a:off x="-910325" y="187452"/>
            <a:ext cx="10881360" cy="1069848"/>
          </a:xfrm>
        </p:spPr>
        <p:txBody>
          <a:bodyPr anchor="ctr"/>
          <a:lstStyle/>
          <a:p>
            <a:r>
              <a:rPr lang="en-US" sz="4000" b="1" spc="600" dirty="0">
                <a:ln w="28575">
                  <a:noFill/>
                  <a:prstDash val="solid"/>
                </a:ln>
                <a:solidFill>
                  <a:schemeClr val="bg1"/>
                </a:solidFill>
                <a:latin typeface="Tw Cen MT" panose="020B0602020104020603" pitchFamily="34" charset="77"/>
              </a:rPr>
              <a:t>Feature Engineering 3</a:t>
            </a:r>
          </a:p>
        </p:txBody>
      </p:sp>
      <p:sp>
        <p:nvSpPr>
          <p:cNvPr id="5" name="Slide Number Placeholder 4">
            <a:extLst>
              <a:ext uri="{FF2B5EF4-FFF2-40B4-BE49-F238E27FC236}">
                <a16:creationId xmlns:a16="http://schemas.microsoft.com/office/drawing/2014/main" id="{10EFF9E2-8A3E-E3A0-4507-7357202DA075}"/>
              </a:ext>
            </a:extLst>
          </p:cNvPr>
          <p:cNvSpPr>
            <a:spLocks noGrp="1"/>
          </p:cNvSpPr>
          <p:nvPr>
            <p:ph type="sldNum" sz="quarter" idx="11"/>
          </p:nvPr>
        </p:nvSpPr>
        <p:spPr/>
        <p:txBody>
          <a:bodyPr/>
          <a:lstStyle/>
          <a:p>
            <a:fld id="{294A09A9-5501-47C1-A89A-A340965A2BE2}" type="slidenum">
              <a:rPr lang="en-US" smtClean="0"/>
              <a:pPr/>
              <a:t>7</a:t>
            </a:fld>
            <a:endParaRPr lang="en-US" dirty="0"/>
          </a:p>
        </p:txBody>
      </p:sp>
      <p:sp>
        <p:nvSpPr>
          <p:cNvPr id="3" name="TextBox 2">
            <a:extLst>
              <a:ext uri="{FF2B5EF4-FFF2-40B4-BE49-F238E27FC236}">
                <a16:creationId xmlns:a16="http://schemas.microsoft.com/office/drawing/2014/main" id="{9A85B80C-BDC1-AA64-D225-1381E71886F5}"/>
              </a:ext>
            </a:extLst>
          </p:cNvPr>
          <p:cNvSpPr txBox="1"/>
          <p:nvPr/>
        </p:nvSpPr>
        <p:spPr>
          <a:xfrm>
            <a:off x="688350" y="1174419"/>
            <a:ext cx="7684009" cy="5026697"/>
          </a:xfrm>
          <a:prstGeom prst="rect">
            <a:avLst/>
          </a:prstGeom>
          <a:noFill/>
        </p:spPr>
        <p:txBody>
          <a:bodyPr wrap="square" rtlCol="0">
            <a:spAutoFit/>
          </a:bodyPr>
          <a:lstStyle/>
          <a:p>
            <a:pPr marL="285750" indent="-285750">
              <a:lnSpc>
                <a:spcPct val="150000"/>
              </a:lnSpc>
              <a:buFontTx/>
              <a:buChar char="-"/>
            </a:pPr>
            <a:r>
              <a:rPr lang="en-US" dirty="0">
                <a:solidFill>
                  <a:schemeClr val="bg1"/>
                </a:solidFill>
              </a:rPr>
              <a:t>“Change” output Column</a:t>
            </a:r>
          </a:p>
          <a:p>
            <a:pPr marL="742950" lvl="1" indent="-285750">
              <a:lnSpc>
                <a:spcPct val="150000"/>
              </a:lnSpc>
              <a:buFontTx/>
              <a:buChar char="-"/>
            </a:pPr>
            <a:r>
              <a:rPr lang="en-US" dirty="0">
                <a:solidFill>
                  <a:schemeClr val="bg1"/>
                </a:solidFill>
              </a:rPr>
              <a:t>This column was created because this is a classification problem, where the models are supposed to predict whether the price of the next day is going to go “UP” or “DOWN”</a:t>
            </a:r>
          </a:p>
          <a:p>
            <a:pPr marL="742950" lvl="1" indent="-285750">
              <a:lnSpc>
                <a:spcPct val="150000"/>
              </a:lnSpc>
              <a:buFontTx/>
              <a:buChar char="-"/>
            </a:pPr>
            <a:r>
              <a:rPr lang="en-US" dirty="0">
                <a:solidFill>
                  <a:schemeClr val="bg1"/>
                </a:solidFill>
              </a:rPr>
              <a:t>It was created using the Close column, which was then dropped from the dataset to prevent leakage</a:t>
            </a:r>
          </a:p>
          <a:p>
            <a:pPr marL="742950" lvl="1" indent="-285750">
              <a:lnSpc>
                <a:spcPct val="150000"/>
              </a:lnSpc>
              <a:buFontTx/>
              <a:buChar char="-"/>
            </a:pPr>
            <a:r>
              <a:rPr lang="en-US" dirty="0">
                <a:solidFill>
                  <a:schemeClr val="bg1"/>
                </a:solidFill>
              </a:rPr>
              <a:t>A threshold of 0.5% was introduced so that small changes in the close price doesn’t change the UP or DOWN</a:t>
            </a:r>
          </a:p>
          <a:p>
            <a:pPr marL="742950" lvl="1" indent="-285750">
              <a:lnSpc>
                <a:spcPct val="150000"/>
              </a:lnSpc>
              <a:buFontTx/>
              <a:buChar char="-"/>
            </a:pPr>
            <a:r>
              <a:rPr lang="en-US" dirty="0">
                <a:solidFill>
                  <a:schemeClr val="bg1"/>
                </a:solidFill>
              </a:rPr>
              <a:t>If the next day’s closing price increased by more than 0.5%, then Change is UP, otherwise DOWN  </a:t>
            </a:r>
          </a:p>
          <a:p>
            <a:pPr marL="742950" lvl="1" indent="-285750">
              <a:lnSpc>
                <a:spcPct val="150000"/>
              </a:lnSpc>
              <a:buFontTx/>
              <a:buChar char="-"/>
            </a:pPr>
            <a:r>
              <a:rPr lang="en-US" dirty="0">
                <a:solidFill>
                  <a:schemeClr val="bg1"/>
                </a:solidFill>
              </a:rPr>
              <a:t>The last row of the dataset was removed since it has no future value to compare against.</a:t>
            </a:r>
          </a:p>
        </p:txBody>
      </p:sp>
      <p:pic>
        <p:nvPicPr>
          <p:cNvPr id="8" name="Picture 7" descr="A screen shot of a computer&#10;&#10;AI-generated content may be incorrect.">
            <a:extLst>
              <a:ext uri="{FF2B5EF4-FFF2-40B4-BE49-F238E27FC236}">
                <a16:creationId xmlns:a16="http://schemas.microsoft.com/office/drawing/2014/main" id="{827831DF-2AA2-B067-71AF-E78FC29AD5C0}"/>
              </a:ext>
            </a:extLst>
          </p:cNvPr>
          <p:cNvPicPr>
            <a:picLocks noChangeAspect="1"/>
          </p:cNvPicPr>
          <p:nvPr/>
        </p:nvPicPr>
        <p:blipFill>
          <a:blip r:embed="rId2"/>
          <a:stretch>
            <a:fillRect/>
          </a:stretch>
        </p:blipFill>
        <p:spPr>
          <a:xfrm>
            <a:off x="8441635" y="0"/>
            <a:ext cx="3750365" cy="6858000"/>
          </a:xfrm>
          <a:prstGeom prst="rect">
            <a:avLst/>
          </a:prstGeom>
        </p:spPr>
      </p:pic>
    </p:spTree>
    <p:extLst>
      <p:ext uri="{BB962C8B-B14F-4D97-AF65-F5344CB8AC3E}">
        <p14:creationId xmlns:p14="http://schemas.microsoft.com/office/powerpoint/2010/main" val="34827401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7310B5-D907-A977-7A9C-69F8BEB7BB3F}"/>
              </a:ext>
            </a:extLst>
          </p:cNvPr>
          <p:cNvSpPr>
            <a:spLocks noGrp="1"/>
          </p:cNvSpPr>
          <p:nvPr>
            <p:ph type="ctrTitle"/>
          </p:nvPr>
        </p:nvSpPr>
        <p:spPr/>
        <p:txBody>
          <a:bodyPr/>
          <a:lstStyle/>
          <a:p>
            <a:r>
              <a:rPr lang="en-US" dirty="0"/>
              <a:t>Model Strategy</a:t>
            </a:r>
          </a:p>
        </p:txBody>
      </p:sp>
      <p:sp>
        <p:nvSpPr>
          <p:cNvPr id="3" name="Subtitle 2">
            <a:extLst>
              <a:ext uri="{FF2B5EF4-FFF2-40B4-BE49-F238E27FC236}">
                <a16:creationId xmlns:a16="http://schemas.microsoft.com/office/drawing/2014/main" id="{C05FF0B8-5B51-7376-0271-8D849CA3F8A8}"/>
              </a:ext>
            </a:extLst>
          </p:cNvPr>
          <p:cNvSpPr>
            <a:spLocks noGrp="1"/>
          </p:cNvSpPr>
          <p:nvPr>
            <p:ph type="subTitle" idx="1"/>
          </p:nvPr>
        </p:nvSpPr>
        <p:spPr>
          <a:xfrm>
            <a:off x="1736035" y="3803904"/>
            <a:ext cx="8693425" cy="1821644"/>
          </a:xfrm>
        </p:spPr>
        <p:txBody>
          <a:bodyPr/>
          <a:lstStyle/>
          <a:p>
            <a:r>
              <a:rPr lang="en-US" dirty="0"/>
              <a:t>Multiple classification metrics will be used for evaluation to get the best possible result. (Accuracy, F1, etc.)</a:t>
            </a:r>
          </a:p>
          <a:p>
            <a:r>
              <a:rPr lang="en-US" dirty="0"/>
              <a:t>Multiple splitting methods will also be used depending on the model. (Kfold, TimeSeriesSplit, etc.)</a:t>
            </a:r>
          </a:p>
        </p:txBody>
      </p:sp>
    </p:spTree>
    <p:extLst>
      <p:ext uri="{BB962C8B-B14F-4D97-AF65-F5344CB8AC3E}">
        <p14:creationId xmlns:p14="http://schemas.microsoft.com/office/powerpoint/2010/main" val="5484762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Title 68">
            <a:extLst>
              <a:ext uri="{FF2B5EF4-FFF2-40B4-BE49-F238E27FC236}">
                <a16:creationId xmlns:a16="http://schemas.microsoft.com/office/drawing/2014/main" id="{0B07383B-6310-56A6-B051-F4B962E11786}"/>
              </a:ext>
            </a:extLst>
          </p:cNvPr>
          <p:cNvSpPr>
            <a:spLocks noGrp="1"/>
          </p:cNvSpPr>
          <p:nvPr>
            <p:ph type="title"/>
          </p:nvPr>
        </p:nvSpPr>
        <p:spPr>
          <a:xfrm>
            <a:off x="1656588" y="136365"/>
            <a:ext cx="8878824" cy="1069848"/>
          </a:xfrm>
        </p:spPr>
        <p:txBody>
          <a:bodyPr/>
          <a:lstStyle/>
          <a:p>
            <a:r>
              <a:rPr lang="en-US" dirty="0"/>
              <a:t>Supervised Models 1</a:t>
            </a:r>
          </a:p>
        </p:txBody>
      </p:sp>
      <p:sp>
        <p:nvSpPr>
          <p:cNvPr id="4" name="Text Placeholder 3">
            <a:extLst>
              <a:ext uri="{FF2B5EF4-FFF2-40B4-BE49-F238E27FC236}">
                <a16:creationId xmlns:a16="http://schemas.microsoft.com/office/drawing/2014/main" id="{55DA2D8B-92F5-22B2-084C-934BCBC00DFD}"/>
              </a:ext>
            </a:extLst>
          </p:cNvPr>
          <p:cNvSpPr>
            <a:spLocks noGrp="1"/>
          </p:cNvSpPr>
          <p:nvPr>
            <p:ph type="body" sz="quarter" idx="12"/>
          </p:nvPr>
        </p:nvSpPr>
        <p:spPr/>
        <p:txBody>
          <a:bodyPr/>
          <a:lstStyle/>
          <a:p>
            <a:r>
              <a:rPr lang="en-US" dirty="0"/>
              <a:t>Decision Tree</a:t>
            </a:r>
          </a:p>
        </p:txBody>
      </p:sp>
      <p:sp>
        <p:nvSpPr>
          <p:cNvPr id="5" name="Text Placeholder 4">
            <a:extLst>
              <a:ext uri="{FF2B5EF4-FFF2-40B4-BE49-F238E27FC236}">
                <a16:creationId xmlns:a16="http://schemas.microsoft.com/office/drawing/2014/main" id="{8B004B5D-BB88-E446-FDC1-8BE748EFE8B6}"/>
              </a:ext>
            </a:extLst>
          </p:cNvPr>
          <p:cNvSpPr>
            <a:spLocks noGrp="1"/>
          </p:cNvSpPr>
          <p:nvPr>
            <p:ph type="body" sz="quarter" idx="13"/>
          </p:nvPr>
        </p:nvSpPr>
        <p:spPr/>
        <p:txBody>
          <a:bodyPr/>
          <a:lstStyle/>
          <a:p>
            <a:pPr marL="285750" indent="-285750">
              <a:lnSpc>
                <a:spcPct val="200000"/>
              </a:lnSpc>
              <a:buFont typeface="Arial" panose="020B0604020202020204" pitchFamily="34" charset="0"/>
              <a:buChar char="•"/>
            </a:pPr>
            <a:r>
              <a:rPr lang="en-US" sz="1600" dirty="0"/>
              <a:t>Default (Gini)</a:t>
            </a:r>
          </a:p>
          <a:p>
            <a:pPr marL="285750" indent="-285750">
              <a:lnSpc>
                <a:spcPct val="200000"/>
              </a:lnSpc>
              <a:buFont typeface="Arial" panose="020B0604020202020204" pitchFamily="34" charset="0"/>
              <a:buChar char="•"/>
            </a:pPr>
            <a:r>
              <a:rPr lang="en-US" sz="1600" dirty="0"/>
              <a:t>Tuned Entropy</a:t>
            </a:r>
          </a:p>
          <a:p>
            <a:pPr marL="285750" indent="-285750">
              <a:lnSpc>
                <a:spcPct val="200000"/>
              </a:lnSpc>
              <a:buFont typeface="Arial" panose="020B0604020202020204" pitchFamily="34" charset="0"/>
              <a:buChar char="•"/>
            </a:pPr>
            <a:r>
              <a:rPr lang="en-US" sz="1600" dirty="0"/>
              <a:t>Tuned Gini</a:t>
            </a:r>
          </a:p>
        </p:txBody>
      </p:sp>
      <p:sp>
        <p:nvSpPr>
          <p:cNvPr id="6" name="Text Placeholder 5">
            <a:extLst>
              <a:ext uri="{FF2B5EF4-FFF2-40B4-BE49-F238E27FC236}">
                <a16:creationId xmlns:a16="http://schemas.microsoft.com/office/drawing/2014/main" id="{98AC0C5B-16A7-E317-7222-BF9FA26C0DC6}"/>
              </a:ext>
            </a:extLst>
          </p:cNvPr>
          <p:cNvSpPr>
            <a:spLocks noGrp="1"/>
          </p:cNvSpPr>
          <p:nvPr>
            <p:ph type="body" sz="quarter" idx="14"/>
          </p:nvPr>
        </p:nvSpPr>
        <p:spPr/>
        <p:txBody>
          <a:bodyPr/>
          <a:lstStyle/>
          <a:p>
            <a:r>
              <a:rPr lang="en-US" dirty="0"/>
              <a:t>Random Forest</a:t>
            </a:r>
          </a:p>
        </p:txBody>
      </p:sp>
      <p:sp>
        <p:nvSpPr>
          <p:cNvPr id="7" name="Text Placeholder 6">
            <a:extLst>
              <a:ext uri="{FF2B5EF4-FFF2-40B4-BE49-F238E27FC236}">
                <a16:creationId xmlns:a16="http://schemas.microsoft.com/office/drawing/2014/main" id="{77D9B67F-AD02-4BA5-209B-C91070303A72}"/>
              </a:ext>
            </a:extLst>
          </p:cNvPr>
          <p:cNvSpPr>
            <a:spLocks noGrp="1"/>
          </p:cNvSpPr>
          <p:nvPr>
            <p:ph type="body" sz="quarter" idx="15"/>
          </p:nvPr>
        </p:nvSpPr>
        <p:spPr/>
        <p:txBody>
          <a:bodyPr/>
          <a:lstStyle/>
          <a:p>
            <a:pPr marL="285750" indent="-285750">
              <a:lnSpc>
                <a:spcPct val="200000"/>
              </a:lnSpc>
              <a:buClr>
                <a:schemeClr val="accent1"/>
              </a:buClr>
              <a:buFont typeface="Arial" panose="020B0604020202020204" pitchFamily="34" charset="0"/>
              <a:buChar char="•"/>
            </a:pPr>
            <a:r>
              <a:rPr lang="en-US" sz="1600" dirty="0"/>
              <a:t>Default (Gini)</a:t>
            </a:r>
          </a:p>
          <a:p>
            <a:pPr marL="285750" indent="-285750">
              <a:lnSpc>
                <a:spcPct val="200000"/>
              </a:lnSpc>
              <a:buClr>
                <a:schemeClr val="accent1"/>
              </a:buClr>
              <a:buFont typeface="Arial" panose="020B0604020202020204" pitchFamily="34" charset="0"/>
              <a:buChar char="•"/>
            </a:pPr>
            <a:r>
              <a:rPr lang="en-US" sz="1600" dirty="0"/>
              <a:t>Tuned Entropy</a:t>
            </a:r>
          </a:p>
          <a:p>
            <a:pPr marL="285750" indent="-285750">
              <a:lnSpc>
                <a:spcPct val="200000"/>
              </a:lnSpc>
              <a:buClr>
                <a:schemeClr val="accent1"/>
              </a:buClr>
              <a:buFont typeface="Arial" panose="020B0604020202020204" pitchFamily="34" charset="0"/>
              <a:buChar char="•"/>
            </a:pPr>
            <a:r>
              <a:rPr lang="en-US" sz="1600" dirty="0"/>
              <a:t>Tuned Gini</a:t>
            </a:r>
          </a:p>
        </p:txBody>
      </p:sp>
      <p:sp>
        <p:nvSpPr>
          <p:cNvPr id="8" name="Text Placeholder 7">
            <a:extLst>
              <a:ext uri="{FF2B5EF4-FFF2-40B4-BE49-F238E27FC236}">
                <a16:creationId xmlns:a16="http://schemas.microsoft.com/office/drawing/2014/main" id="{6269FBD2-F371-6F7E-1D42-95EFADFA10DD}"/>
              </a:ext>
            </a:extLst>
          </p:cNvPr>
          <p:cNvSpPr>
            <a:spLocks noGrp="1"/>
          </p:cNvSpPr>
          <p:nvPr>
            <p:ph type="body" sz="quarter" idx="16"/>
          </p:nvPr>
        </p:nvSpPr>
        <p:spPr>
          <a:xfrm>
            <a:off x="5047487" y="2478024"/>
            <a:ext cx="3135729" cy="704088"/>
          </a:xfrm>
        </p:spPr>
        <p:txBody>
          <a:bodyPr/>
          <a:lstStyle/>
          <a:p>
            <a:r>
              <a:rPr lang="en-US" dirty="0"/>
              <a:t>K-Nearest Neighbors</a:t>
            </a:r>
          </a:p>
        </p:txBody>
      </p:sp>
      <p:sp>
        <p:nvSpPr>
          <p:cNvPr id="9" name="Text Placeholder 8">
            <a:extLst>
              <a:ext uri="{FF2B5EF4-FFF2-40B4-BE49-F238E27FC236}">
                <a16:creationId xmlns:a16="http://schemas.microsoft.com/office/drawing/2014/main" id="{F039B280-D4F1-D5B7-9D62-C1DA10C605C9}"/>
              </a:ext>
            </a:extLst>
          </p:cNvPr>
          <p:cNvSpPr>
            <a:spLocks noGrp="1"/>
          </p:cNvSpPr>
          <p:nvPr>
            <p:ph type="body" sz="quarter" idx="17"/>
          </p:nvPr>
        </p:nvSpPr>
        <p:spPr>
          <a:xfrm>
            <a:off x="5052060" y="3236976"/>
            <a:ext cx="3131156" cy="1856232"/>
          </a:xfrm>
        </p:spPr>
        <p:txBody>
          <a:bodyPr/>
          <a:lstStyle/>
          <a:p>
            <a:pPr marL="285750" indent="-285750">
              <a:lnSpc>
                <a:spcPct val="200000"/>
              </a:lnSpc>
              <a:buClr>
                <a:schemeClr val="accent4"/>
              </a:buClr>
              <a:buFont typeface="Arial" panose="020B0604020202020204" pitchFamily="34" charset="0"/>
              <a:buChar char="•"/>
            </a:pPr>
            <a:r>
              <a:rPr lang="en-US" sz="1600" dirty="0"/>
              <a:t>K = 3</a:t>
            </a:r>
          </a:p>
          <a:p>
            <a:pPr marL="285750" indent="-285750">
              <a:lnSpc>
                <a:spcPct val="200000"/>
              </a:lnSpc>
              <a:buClr>
                <a:schemeClr val="accent4"/>
              </a:buClr>
              <a:buFont typeface="Arial" panose="020B0604020202020204" pitchFamily="34" charset="0"/>
              <a:buChar char="•"/>
            </a:pPr>
            <a:r>
              <a:rPr lang="en-US" sz="1600" dirty="0"/>
              <a:t>K = 8</a:t>
            </a:r>
          </a:p>
          <a:p>
            <a:pPr marL="285750" indent="-285750">
              <a:lnSpc>
                <a:spcPct val="200000"/>
              </a:lnSpc>
              <a:buClr>
                <a:schemeClr val="accent4"/>
              </a:buClr>
              <a:buFont typeface="Arial" panose="020B0604020202020204" pitchFamily="34" charset="0"/>
              <a:buChar char="•"/>
            </a:pPr>
            <a:r>
              <a:rPr lang="en-US" sz="1600" dirty="0"/>
              <a:t>K = √n</a:t>
            </a:r>
          </a:p>
        </p:txBody>
      </p:sp>
      <p:sp>
        <p:nvSpPr>
          <p:cNvPr id="81" name="Text Placeholder 80">
            <a:extLst>
              <a:ext uri="{FF2B5EF4-FFF2-40B4-BE49-F238E27FC236}">
                <a16:creationId xmlns:a16="http://schemas.microsoft.com/office/drawing/2014/main" id="{2AF0BD8F-E098-8282-AE8C-8BFAB5EBBFC2}"/>
              </a:ext>
            </a:extLst>
          </p:cNvPr>
          <p:cNvSpPr>
            <a:spLocks noGrp="1"/>
          </p:cNvSpPr>
          <p:nvPr>
            <p:ph type="body" sz="quarter" idx="20"/>
          </p:nvPr>
        </p:nvSpPr>
        <p:spPr>
          <a:xfrm>
            <a:off x="8257989" y="2478024"/>
            <a:ext cx="3297907" cy="702769"/>
          </a:xfrm>
        </p:spPr>
        <p:txBody>
          <a:bodyPr/>
          <a:lstStyle/>
          <a:p>
            <a:r>
              <a:rPr lang="en-US" sz="2400" b="1" dirty="0">
                <a:latin typeface="Tw Cen MT" panose="020B0602020104020603" pitchFamily="34" charset="77"/>
                <a:ea typeface="Source Sans Pro" panose="020B0503030403020204" pitchFamily="34" charset="0"/>
              </a:rPr>
              <a:t>Support Vector Machine</a:t>
            </a:r>
            <a:endParaRPr lang="en-US" dirty="0"/>
          </a:p>
        </p:txBody>
      </p:sp>
      <p:sp>
        <p:nvSpPr>
          <p:cNvPr id="2" name="Text Placeholder 1">
            <a:extLst>
              <a:ext uri="{FF2B5EF4-FFF2-40B4-BE49-F238E27FC236}">
                <a16:creationId xmlns:a16="http://schemas.microsoft.com/office/drawing/2014/main" id="{D733E31E-F298-485B-42BF-303CC635241F}"/>
              </a:ext>
            </a:extLst>
          </p:cNvPr>
          <p:cNvSpPr>
            <a:spLocks noGrp="1"/>
          </p:cNvSpPr>
          <p:nvPr>
            <p:ph type="body" sz="quarter" idx="21"/>
          </p:nvPr>
        </p:nvSpPr>
        <p:spPr>
          <a:xfrm>
            <a:off x="8253222" y="3236976"/>
            <a:ext cx="3297906" cy="1856232"/>
          </a:xfrm>
        </p:spPr>
        <p:txBody>
          <a:bodyPr/>
          <a:lstStyle/>
          <a:p>
            <a:pPr marL="285750" indent="-285750">
              <a:lnSpc>
                <a:spcPct val="200000"/>
              </a:lnSpc>
              <a:buClr>
                <a:schemeClr val="tx2"/>
              </a:buClr>
              <a:buFont typeface="Arial" panose="020B0604020202020204" pitchFamily="34" charset="0"/>
              <a:buChar char="•"/>
            </a:pPr>
            <a:r>
              <a:rPr lang="en-US" sz="1600" dirty="0"/>
              <a:t>Default RBF Kernel</a:t>
            </a:r>
          </a:p>
          <a:p>
            <a:pPr marL="285750" indent="-285750">
              <a:lnSpc>
                <a:spcPct val="200000"/>
              </a:lnSpc>
              <a:buClr>
                <a:schemeClr val="tx2"/>
              </a:buClr>
              <a:buFont typeface="Arial" panose="020B0604020202020204" pitchFamily="34" charset="0"/>
              <a:buChar char="•"/>
            </a:pPr>
            <a:r>
              <a:rPr lang="en-US" sz="1600" dirty="0"/>
              <a:t>Balanced with Linear Kernel</a:t>
            </a:r>
          </a:p>
          <a:p>
            <a:pPr marL="285750" indent="-285750">
              <a:lnSpc>
                <a:spcPct val="200000"/>
              </a:lnSpc>
              <a:buClr>
                <a:schemeClr val="tx2"/>
              </a:buClr>
              <a:buFont typeface="Arial" panose="020B0604020202020204" pitchFamily="34" charset="0"/>
              <a:buChar char="•"/>
            </a:pPr>
            <a:r>
              <a:rPr lang="en-US" sz="1600" dirty="0"/>
              <a:t>Balanced with RBF Kernel</a:t>
            </a:r>
          </a:p>
        </p:txBody>
      </p:sp>
      <p:sp>
        <p:nvSpPr>
          <p:cNvPr id="15" name="Title 68">
            <a:extLst>
              <a:ext uri="{FF2B5EF4-FFF2-40B4-BE49-F238E27FC236}">
                <a16:creationId xmlns:a16="http://schemas.microsoft.com/office/drawing/2014/main" id="{42D7AAE2-92A1-7423-7C3E-B4F911D6FEEC}"/>
              </a:ext>
            </a:extLst>
          </p:cNvPr>
          <p:cNvSpPr txBox="1">
            <a:spLocks/>
          </p:cNvSpPr>
          <p:nvPr/>
        </p:nvSpPr>
        <p:spPr>
          <a:xfrm>
            <a:off x="1656588" y="1261077"/>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sz="2800" dirty="0"/>
              <a:t>Models Used</a:t>
            </a:r>
          </a:p>
        </p:txBody>
      </p:sp>
    </p:spTree>
    <p:extLst>
      <p:ext uri="{BB962C8B-B14F-4D97-AF65-F5344CB8AC3E}">
        <p14:creationId xmlns:p14="http://schemas.microsoft.com/office/powerpoint/2010/main" val="14301381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F79CF1F9-4847-1440-0352-6D1284A48D05}"/>
              </a:ext>
            </a:extLst>
          </p:cNvPr>
          <p:cNvSpPr>
            <a:spLocks noGrp="1"/>
          </p:cNvSpPr>
          <p:nvPr>
            <p:ph type="sldNum" sz="quarter" idx="11"/>
          </p:nvPr>
        </p:nvSpPr>
        <p:spPr/>
        <p:txBody>
          <a:bodyPr/>
          <a:lstStyle/>
          <a:p>
            <a:fld id="{294A09A9-5501-47C1-A89A-A340965A2BE2}" type="slidenum">
              <a:rPr lang="en-US" smtClean="0"/>
              <a:pPr/>
              <a:t>10</a:t>
            </a:fld>
            <a:endParaRPr lang="en-US" dirty="0"/>
          </a:p>
        </p:txBody>
      </p:sp>
      <p:graphicFrame>
        <p:nvGraphicFramePr>
          <p:cNvPr id="4" name="Table 4">
            <a:extLst>
              <a:ext uri="{FF2B5EF4-FFF2-40B4-BE49-F238E27FC236}">
                <a16:creationId xmlns:a16="http://schemas.microsoft.com/office/drawing/2014/main" id="{49C20947-A133-32C2-D0F4-654D337A74ED}"/>
              </a:ext>
            </a:extLst>
          </p:cNvPr>
          <p:cNvGraphicFramePr>
            <a:graphicFrameLocks noGrp="1"/>
          </p:cNvGraphicFramePr>
          <p:nvPr>
            <p:ph idx="1"/>
            <p:extLst>
              <p:ext uri="{D42A27DB-BD31-4B8C-83A1-F6EECF244321}">
                <p14:modId xmlns:p14="http://schemas.microsoft.com/office/powerpoint/2010/main" val="683904389"/>
              </p:ext>
            </p:extLst>
          </p:nvPr>
        </p:nvGraphicFramePr>
        <p:xfrm>
          <a:off x="1324266" y="2212975"/>
          <a:ext cx="9543469" cy="3028259"/>
        </p:xfrm>
        <a:graphic>
          <a:graphicData uri="http://schemas.openxmlformats.org/drawingml/2006/table">
            <a:tbl>
              <a:tblPr firstRow="1" lastCol="1" bandRow="1">
                <a:tableStyleId>{5C22544A-7EE6-4342-B048-85BDC9FD1C3A}</a:tableStyleId>
              </a:tblPr>
              <a:tblGrid>
                <a:gridCol w="925972">
                  <a:extLst>
                    <a:ext uri="{9D8B030D-6E8A-4147-A177-3AD203B41FA5}">
                      <a16:colId xmlns:a16="http://schemas.microsoft.com/office/drawing/2014/main" val="1689330750"/>
                    </a:ext>
                  </a:extLst>
                </a:gridCol>
                <a:gridCol w="2152890">
                  <a:extLst>
                    <a:ext uri="{9D8B030D-6E8A-4147-A177-3AD203B41FA5}">
                      <a16:colId xmlns:a16="http://schemas.microsoft.com/office/drawing/2014/main" val="2660631934"/>
                    </a:ext>
                  </a:extLst>
                </a:gridCol>
                <a:gridCol w="2164466">
                  <a:extLst>
                    <a:ext uri="{9D8B030D-6E8A-4147-A177-3AD203B41FA5}">
                      <a16:colId xmlns:a16="http://schemas.microsoft.com/office/drawing/2014/main" val="3909717689"/>
                    </a:ext>
                  </a:extLst>
                </a:gridCol>
                <a:gridCol w="2141317">
                  <a:extLst>
                    <a:ext uri="{9D8B030D-6E8A-4147-A177-3AD203B41FA5}">
                      <a16:colId xmlns:a16="http://schemas.microsoft.com/office/drawing/2014/main" val="1603189107"/>
                    </a:ext>
                  </a:extLst>
                </a:gridCol>
                <a:gridCol w="2158824">
                  <a:extLst>
                    <a:ext uri="{9D8B030D-6E8A-4147-A177-3AD203B41FA5}">
                      <a16:colId xmlns:a16="http://schemas.microsoft.com/office/drawing/2014/main" val="2755691855"/>
                    </a:ext>
                  </a:extLst>
                </a:gridCol>
              </a:tblGrid>
              <a:tr h="601036">
                <a:tc>
                  <a:txBody>
                    <a:bodyPr/>
                    <a:lstStyle/>
                    <a:p>
                      <a:pPr algn="ctr"/>
                      <a:endParaRPr lang="en-US" sz="2000" dirty="0">
                        <a:solidFill>
                          <a:schemeClr val="bg1"/>
                        </a:solidFill>
                        <a:latin typeface="Segoe UI" panose="020B0502040204020203" pitchFamily="34" charset="0"/>
                        <a:cs typeface="Segoe UI" panose="020B0502040204020203" pitchFamily="34" charset="0"/>
                      </a:endParaRP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2400" b="1" i="0" dirty="0">
                          <a:solidFill>
                            <a:schemeClr val="accent3">
                              <a:lumMod val="25000"/>
                            </a:schemeClr>
                          </a:solidFill>
                          <a:latin typeface="Tw Cen MT" panose="020B0602020104020603" pitchFamily="34" charset="77"/>
                          <a:cs typeface="Segoe UI Light" panose="020B0502040204020203" pitchFamily="34" charset="0"/>
                        </a:rPr>
                        <a:t>DT</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r>
                        <a:rPr lang="en-US" sz="2400" b="1" i="0" dirty="0">
                          <a:solidFill>
                            <a:schemeClr val="accent3">
                              <a:lumMod val="25000"/>
                            </a:schemeClr>
                          </a:solidFill>
                          <a:latin typeface="Tw Cen MT" panose="020B0602020104020603" pitchFamily="34" charset="77"/>
                          <a:cs typeface="Segoe UI Light" panose="020B0502040204020203" pitchFamily="34" charset="0"/>
                        </a:rPr>
                        <a:t>RF</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lvl="0" algn="ctr">
                        <a:buNone/>
                      </a:pPr>
                      <a:r>
                        <a:rPr lang="en-US" sz="2400" b="1" i="0" dirty="0">
                          <a:solidFill>
                            <a:schemeClr val="accent3">
                              <a:lumMod val="25000"/>
                            </a:schemeClr>
                          </a:solidFill>
                          <a:latin typeface="Tw Cen MT" panose="020B0602020104020603" pitchFamily="34" charset="77"/>
                          <a:cs typeface="Segoe UI Light" panose="020B0502040204020203" pitchFamily="34" charset="0"/>
                        </a:rPr>
                        <a:t>KNN</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lvl="0" algn="ctr">
                        <a:buNone/>
                      </a:pPr>
                      <a:r>
                        <a:rPr lang="en-US" sz="2400" b="1" i="0" u="none" strike="noStrike" noProof="0" dirty="0">
                          <a:solidFill>
                            <a:schemeClr val="accent3">
                              <a:lumMod val="25000"/>
                            </a:schemeClr>
                          </a:solidFill>
                          <a:latin typeface="Tw Cen MT" panose="020B0602020104020603" pitchFamily="34" charset="77"/>
                          <a:cs typeface="Segoe UI Light" panose="020B0502040204020203" pitchFamily="34" charset="0"/>
                        </a:rPr>
                        <a:t>SVM</a:t>
                      </a:r>
                      <a:endParaRPr lang="en-US" sz="2400" b="1" i="0" dirty="0">
                        <a:solidFill>
                          <a:schemeClr val="accent3">
                            <a:lumMod val="25000"/>
                          </a:schemeClr>
                        </a:solidFill>
                        <a:latin typeface="Tw Cen MT" panose="020B0602020104020603" pitchFamily="34" charset="77"/>
                        <a:cs typeface="Segoe UI Light" panose="020B0502040204020203" pitchFamily="34" charset="0"/>
                      </a:endParaRP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479928716"/>
                  </a:ext>
                </a:extLst>
              </a:tr>
              <a:tr h="799098">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Model 1</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~50%</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~55%</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~49%</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~56%</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extLst>
                  <a:ext uri="{0D108BD9-81ED-4DB2-BD59-A6C34878D82A}">
                    <a16:rowId xmlns:a16="http://schemas.microsoft.com/office/drawing/2014/main" val="1760208656"/>
                  </a:ext>
                </a:extLst>
              </a:tr>
              <a:tr h="802683">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Model 2</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~49%</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~54%</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~50%</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~55%</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634243071"/>
                  </a:ext>
                </a:extLst>
              </a:tr>
              <a:tr h="825442">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Model 3</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~52%</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~50%</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~55%</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tc>
                  <a:txBody>
                    <a:bodyPr/>
                    <a:lstStyle/>
                    <a:p>
                      <a:pPr algn="ctr"/>
                      <a:r>
                        <a:rPr lang="en-US" sz="1600" b="0" i="0" dirty="0">
                          <a:solidFill>
                            <a:schemeClr val="bg1"/>
                          </a:solidFill>
                          <a:latin typeface="Segoe UI Light" panose="020B0502040204020203" pitchFamily="34" charset="0"/>
                          <a:cs typeface="Segoe UI Light" panose="020B0502040204020203" pitchFamily="34" charset="0"/>
                        </a:rPr>
                        <a:t>~53%</a:t>
                      </a:r>
                    </a:p>
                  </a:txBody>
                  <a:tcPr anchor="ctr">
                    <a:lnL w="12700" cap="flat" cmpd="sng" algn="ctr">
                      <a:solidFill>
                        <a:schemeClr val="accent3">
                          <a:lumMod val="25000"/>
                        </a:schemeClr>
                      </a:solidFill>
                      <a:prstDash val="solid"/>
                      <a:round/>
                      <a:headEnd type="none" w="med" len="med"/>
                      <a:tailEnd type="none" w="med" len="med"/>
                    </a:lnL>
                    <a:lnR w="12700" cap="flat" cmpd="sng" algn="ctr">
                      <a:solidFill>
                        <a:schemeClr val="accent3">
                          <a:lumMod val="25000"/>
                        </a:schemeClr>
                      </a:solidFill>
                      <a:prstDash val="solid"/>
                      <a:round/>
                      <a:headEnd type="none" w="med" len="med"/>
                      <a:tailEnd type="none" w="med" len="med"/>
                    </a:lnR>
                    <a:lnT w="12700" cap="flat" cmpd="sng" algn="ctr">
                      <a:solidFill>
                        <a:schemeClr val="accent3">
                          <a:lumMod val="25000"/>
                        </a:schemeClr>
                      </a:solidFill>
                      <a:prstDash val="solid"/>
                      <a:round/>
                      <a:headEnd type="none" w="med" len="med"/>
                      <a:tailEnd type="none" w="med" len="med"/>
                    </a:lnT>
                    <a:lnB w="12700" cap="flat" cmpd="sng" algn="ctr">
                      <a:solidFill>
                        <a:schemeClr val="accent3">
                          <a:lumMod val="2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30000"/>
                      </a:schemeClr>
                    </a:solidFill>
                  </a:tcPr>
                </a:tc>
                <a:extLst>
                  <a:ext uri="{0D108BD9-81ED-4DB2-BD59-A6C34878D82A}">
                    <a16:rowId xmlns:a16="http://schemas.microsoft.com/office/drawing/2014/main" val="415808797"/>
                  </a:ext>
                </a:extLst>
              </a:tr>
            </a:tbl>
          </a:graphicData>
        </a:graphic>
      </p:graphicFrame>
      <p:sp>
        <p:nvSpPr>
          <p:cNvPr id="6" name="Title 68">
            <a:extLst>
              <a:ext uri="{FF2B5EF4-FFF2-40B4-BE49-F238E27FC236}">
                <a16:creationId xmlns:a16="http://schemas.microsoft.com/office/drawing/2014/main" id="{7D11370B-5AEB-EEA4-4987-A5A30EF429F5}"/>
              </a:ext>
            </a:extLst>
          </p:cNvPr>
          <p:cNvSpPr txBox="1">
            <a:spLocks/>
          </p:cNvSpPr>
          <p:nvPr/>
        </p:nvSpPr>
        <p:spPr>
          <a:xfrm>
            <a:off x="1656588" y="136365"/>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dirty="0"/>
              <a:t>Supervised Models 2</a:t>
            </a:r>
          </a:p>
        </p:txBody>
      </p:sp>
      <p:sp>
        <p:nvSpPr>
          <p:cNvPr id="9" name="Title 68">
            <a:extLst>
              <a:ext uri="{FF2B5EF4-FFF2-40B4-BE49-F238E27FC236}">
                <a16:creationId xmlns:a16="http://schemas.microsoft.com/office/drawing/2014/main" id="{D06BE26A-7CE8-0112-C15C-AD7201B1D229}"/>
              </a:ext>
            </a:extLst>
          </p:cNvPr>
          <p:cNvSpPr txBox="1">
            <a:spLocks/>
          </p:cNvSpPr>
          <p:nvPr/>
        </p:nvSpPr>
        <p:spPr>
          <a:xfrm>
            <a:off x="1632204" y="903268"/>
            <a:ext cx="8878824" cy="1069848"/>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000" b="1" kern="1200" cap="all" spc="600" baseline="0">
                <a:solidFill>
                  <a:schemeClr val="bg1"/>
                </a:solidFill>
                <a:latin typeface="+mj-lt"/>
                <a:ea typeface="+mj-ea"/>
                <a:cs typeface="+mj-cs"/>
              </a:defRPr>
            </a:lvl1pPr>
          </a:lstStyle>
          <a:p>
            <a:r>
              <a:rPr lang="en-US" sz="2800" dirty="0"/>
              <a:t>Accuracy</a:t>
            </a:r>
          </a:p>
        </p:txBody>
      </p:sp>
    </p:spTree>
    <p:extLst>
      <p:ext uri="{BB962C8B-B14F-4D97-AF65-F5344CB8AC3E}">
        <p14:creationId xmlns:p14="http://schemas.microsoft.com/office/powerpoint/2010/main" val="1208724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4C44EC9-F730-00B6-E479-530EC276D851}"/>
              </a:ext>
              <a:ext uri="{C183D7F6-B498-43B3-948B-1728B52AA6E4}">
                <adec:decorative xmlns:adec="http://schemas.microsoft.com/office/drawing/2017/decorative" val="1"/>
              </a:ext>
            </a:extLst>
          </p:cNvPr>
          <p:cNvGrpSpPr/>
          <p:nvPr/>
        </p:nvGrpSpPr>
        <p:grpSpPr>
          <a:xfrm rot="10800000">
            <a:off x="1497321" y="2736484"/>
            <a:ext cx="1512407" cy="938717"/>
            <a:chOff x="4779792" y="2384561"/>
            <a:chExt cx="3365480" cy="2088878"/>
          </a:xfrm>
          <a:solidFill>
            <a:schemeClr val="accent6">
              <a:alpha val="50231"/>
            </a:schemeClr>
          </a:solidFill>
        </p:grpSpPr>
        <p:sp>
          <p:nvSpPr>
            <p:cNvPr id="5" name="Freeform 4">
              <a:extLst>
                <a:ext uri="{FF2B5EF4-FFF2-40B4-BE49-F238E27FC236}">
                  <a16:creationId xmlns:a16="http://schemas.microsoft.com/office/drawing/2014/main" id="{8B6D2F8E-4F98-B89F-E4FB-DD9F900821E1}"/>
                </a:ext>
              </a:extLst>
            </p:cNvPr>
            <p:cNvSpPr/>
            <p:nvPr/>
          </p:nvSpPr>
          <p:spPr>
            <a:xfrm flipH="1">
              <a:off x="6582137" y="2384561"/>
              <a:ext cx="1563135" cy="2088878"/>
            </a:xfrm>
            <a:custGeom>
              <a:avLst/>
              <a:gdLst>
                <a:gd name="connsiteX0" fmla="*/ 520700 w 1041400"/>
                <a:gd name="connsiteY0" fmla="*/ 0 h 1391663"/>
                <a:gd name="connsiteX1" fmla="*/ 0 w 1041400"/>
                <a:gd name="connsiteY1" fmla="*/ 520700 h 1391663"/>
                <a:gd name="connsiteX2" fmla="*/ 601 w 1041400"/>
                <a:gd name="connsiteY2" fmla="*/ 526665 h 1391663"/>
                <a:gd name="connsiteX3" fmla="*/ 0 w 1041400"/>
                <a:gd name="connsiteY3" fmla="*/ 530884 h 1391663"/>
                <a:gd name="connsiteX4" fmla="*/ 839841 w 1041400"/>
                <a:gd name="connsiteY4" fmla="*/ 1391663 h 1391663"/>
                <a:gd name="connsiteX5" fmla="*/ 596988 w 1041400"/>
                <a:gd name="connsiteY5" fmla="*/ 1070463 h 1391663"/>
                <a:gd name="connsiteX6" fmla="*/ 595327 w 1041400"/>
                <a:gd name="connsiteY6" fmla="*/ 1033877 h 1391663"/>
                <a:gd name="connsiteX7" fmla="*/ 625639 w 1041400"/>
                <a:gd name="connsiteY7" fmla="*/ 1030821 h 1391663"/>
                <a:gd name="connsiteX8" fmla="*/ 1041400 w 1041400"/>
                <a:gd name="connsiteY8" fmla="*/ 520700 h 1391663"/>
                <a:gd name="connsiteX9" fmla="*/ 520700 w 1041400"/>
                <a:gd name="connsiteY9" fmla="*/ 0 h 1391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1400" h="1391663">
                  <a:moveTo>
                    <a:pt x="520700" y="0"/>
                  </a:moveTo>
                  <a:cubicBezTo>
                    <a:pt x="233125" y="0"/>
                    <a:pt x="0" y="233125"/>
                    <a:pt x="0" y="520700"/>
                  </a:cubicBezTo>
                  <a:lnTo>
                    <a:pt x="601" y="526665"/>
                  </a:lnTo>
                  <a:lnTo>
                    <a:pt x="0" y="530884"/>
                  </a:lnTo>
                  <a:cubicBezTo>
                    <a:pt x="1270" y="763309"/>
                    <a:pt x="141037" y="1339599"/>
                    <a:pt x="839841" y="1391663"/>
                  </a:cubicBezTo>
                  <a:cubicBezTo>
                    <a:pt x="756282" y="1328754"/>
                    <a:pt x="622088" y="1243235"/>
                    <a:pt x="596988" y="1070463"/>
                  </a:cubicBezTo>
                  <a:lnTo>
                    <a:pt x="595327" y="1033877"/>
                  </a:lnTo>
                  <a:lnTo>
                    <a:pt x="625639" y="1030821"/>
                  </a:lnTo>
                  <a:cubicBezTo>
                    <a:pt x="862914" y="982268"/>
                    <a:pt x="1041400" y="772328"/>
                    <a:pt x="1041400" y="520700"/>
                  </a:cubicBezTo>
                  <a:cubicBezTo>
                    <a:pt x="1041400" y="233125"/>
                    <a:pt x="808275" y="0"/>
                    <a:pt x="520700"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99EBD7AD-ED91-CC5F-0110-3EE43A60F946}"/>
                </a:ext>
              </a:extLst>
            </p:cNvPr>
            <p:cNvSpPr/>
            <p:nvPr/>
          </p:nvSpPr>
          <p:spPr>
            <a:xfrm flipH="1">
              <a:off x="4779792" y="2384561"/>
              <a:ext cx="1563135" cy="2088878"/>
            </a:xfrm>
            <a:custGeom>
              <a:avLst/>
              <a:gdLst>
                <a:gd name="connsiteX0" fmla="*/ 520700 w 1041400"/>
                <a:gd name="connsiteY0" fmla="*/ 0 h 1391663"/>
                <a:gd name="connsiteX1" fmla="*/ 0 w 1041400"/>
                <a:gd name="connsiteY1" fmla="*/ 520700 h 1391663"/>
                <a:gd name="connsiteX2" fmla="*/ 601 w 1041400"/>
                <a:gd name="connsiteY2" fmla="*/ 526665 h 1391663"/>
                <a:gd name="connsiteX3" fmla="*/ 0 w 1041400"/>
                <a:gd name="connsiteY3" fmla="*/ 530884 h 1391663"/>
                <a:gd name="connsiteX4" fmla="*/ 839841 w 1041400"/>
                <a:gd name="connsiteY4" fmla="*/ 1391663 h 1391663"/>
                <a:gd name="connsiteX5" fmla="*/ 596988 w 1041400"/>
                <a:gd name="connsiteY5" fmla="*/ 1070463 h 1391663"/>
                <a:gd name="connsiteX6" fmla="*/ 595327 w 1041400"/>
                <a:gd name="connsiteY6" fmla="*/ 1033877 h 1391663"/>
                <a:gd name="connsiteX7" fmla="*/ 625639 w 1041400"/>
                <a:gd name="connsiteY7" fmla="*/ 1030821 h 1391663"/>
                <a:gd name="connsiteX8" fmla="*/ 1041400 w 1041400"/>
                <a:gd name="connsiteY8" fmla="*/ 520700 h 1391663"/>
                <a:gd name="connsiteX9" fmla="*/ 520700 w 1041400"/>
                <a:gd name="connsiteY9" fmla="*/ 0 h 1391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1400" h="1391663">
                  <a:moveTo>
                    <a:pt x="520700" y="0"/>
                  </a:moveTo>
                  <a:cubicBezTo>
                    <a:pt x="233125" y="0"/>
                    <a:pt x="0" y="233125"/>
                    <a:pt x="0" y="520700"/>
                  </a:cubicBezTo>
                  <a:lnTo>
                    <a:pt x="601" y="526665"/>
                  </a:lnTo>
                  <a:lnTo>
                    <a:pt x="0" y="530884"/>
                  </a:lnTo>
                  <a:cubicBezTo>
                    <a:pt x="1270" y="763309"/>
                    <a:pt x="141037" y="1339599"/>
                    <a:pt x="839841" y="1391663"/>
                  </a:cubicBezTo>
                  <a:cubicBezTo>
                    <a:pt x="756282" y="1328754"/>
                    <a:pt x="622088" y="1243235"/>
                    <a:pt x="596988" y="1070463"/>
                  </a:cubicBezTo>
                  <a:lnTo>
                    <a:pt x="595327" y="1033877"/>
                  </a:lnTo>
                  <a:lnTo>
                    <a:pt x="625639" y="1030821"/>
                  </a:lnTo>
                  <a:cubicBezTo>
                    <a:pt x="862914" y="982268"/>
                    <a:pt x="1041400" y="772328"/>
                    <a:pt x="1041400" y="520700"/>
                  </a:cubicBezTo>
                  <a:cubicBezTo>
                    <a:pt x="1041400" y="233125"/>
                    <a:pt x="808275" y="0"/>
                    <a:pt x="520700"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7" name="Group 6">
            <a:extLst>
              <a:ext uri="{FF2B5EF4-FFF2-40B4-BE49-F238E27FC236}">
                <a16:creationId xmlns:a16="http://schemas.microsoft.com/office/drawing/2014/main" id="{56B0BED4-B4D2-A8C2-9E8E-FA7D1819E15A}"/>
              </a:ext>
              <a:ext uri="{C183D7F6-B498-43B3-948B-1728B52AA6E4}">
                <adec:decorative xmlns:adec="http://schemas.microsoft.com/office/drawing/2017/decorative" val="1"/>
              </a:ext>
            </a:extLst>
          </p:cNvPr>
          <p:cNvGrpSpPr/>
          <p:nvPr/>
        </p:nvGrpSpPr>
        <p:grpSpPr>
          <a:xfrm>
            <a:off x="9199707" y="3205843"/>
            <a:ext cx="1512408" cy="938718"/>
            <a:chOff x="4779792" y="2384561"/>
            <a:chExt cx="3365480" cy="2088878"/>
          </a:xfrm>
          <a:solidFill>
            <a:schemeClr val="accent1">
              <a:alpha val="48174"/>
            </a:schemeClr>
          </a:solidFill>
        </p:grpSpPr>
        <p:sp>
          <p:nvSpPr>
            <p:cNvPr id="8" name="Freeform 1">
              <a:extLst>
                <a:ext uri="{FF2B5EF4-FFF2-40B4-BE49-F238E27FC236}">
                  <a16:creationId xmlns:a16="http://schemas.microsoft.com/office/drawing/2014/main" id="{B542C6FD-B908-03BB-DE9D-1E76EE849265}"/>
                </a:ext>
              </a:extLst>
            </p:cNvPr>
            <p:cNvSpPr/>
            <p:nvPr/>
          </p:nvSpPr>
          <p:spPr>
            <a:xfrm flipH="1">
              <a:off x="6582137" y="2384561"/>
              <a:ext cx="1563135" cy="2088878"/>
            </a:xfrm>
            <a:custGeom>
              <a:avLst/>
              <a:gdLst>
                <a:gd name="connsiteX0" fmla="*/ 520700 w 1041400"/>
                <a:gd name="connsiteY0" fmla="*/ 0 h 1391663"/>
                <a:gd name="connsiteX1" fmla="*/ 0 w 1041400"/>
                <a:gd name="connsiteY1" fmla="*/ 520700 h 1391663"/>
                <a:gd name="connsiteX2" fmla="*/ 601 w 1041400"/>
                <a:gd name="connsiteY2" fmla="*/ 526665 h 1391663"/>
                <a:gd name="connsiteX3" fmla="*/ 0 w 1041400"/>
                <a:gd name="connsiteY3" fmla="*/ 530884 h 1391663"/>
                <a:gd name="connsiteX4" fmla="*/ 839841 w 1041400"/>
                <a:gd name="connsiteY4" fmla="*/ 1391663 h 1391663"/>
                <a:gd name="connsiteX5" fmla="*/ 596988 w 1041400"/>
                <a:gd name="connsiteY5" fmla="*/ 1070463 h 1391663"/>
                <a:gd name="connsiteX6" fmla="*/ 595327 w 1041400"/>
                <a:gd name="connsiteY6" fmla="*/ 1033877 h 1391663"/>
                <a:gd name="connsiteX7" fmla="*/ 625639 w 1041400"/>
                <a:gd name="connsiteY7" fmla="*/ 1030821 h 1391663"/>
                <a:gd name="connsiteX8" fmla="*/ 1041400 w 1041400"/>
                <a:gd name="connsiteY8" fmla="*/ 520700 h 1391663"/>
                <a:gd name="connsiteX9" fmla="*/ 520700 w 1041400"/>
                <a:gd name="connsiteY9" fmla="*/ 0 h 1391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1400" h="1391663">
                  <a:moveTo>
                    <a:pt x="520700" y="0"/>
                  </a:moveTo>
                  <a:cubicBezTo>
                    <a:pt x="233125" y="0"/>
                    <a:pt x="0" y="233125"/>
                    <a:pt x="0" y="520700"/>
                  </a:cubicBezTo>
                  <a:lnTo>
                    <a:pt x="601" y="526665"/>
                  </a:lnTo>
                  <a:lnTo>
                    <a:pt x="0" y="530884"/>
                  </a:lnTo>
                  <a:cubicBezTo>
                    <a:pt x="1270" y="763309"/>
                    <a:pt x="141037" y="1339599"/>
                    <a:pt x="839841" y="1391663"/>
                  </a:cubicBezTo>
                  <a:cubicBezTo>
                    <a:pt x="756282" y="1328754"/>
                    <a:pt x="622088" y="1243235"/>
                    <a:pt x="596988" y="1070463"/>
                  </a:cubicBezTo>
                  <a:lnTo>
                    <a:pt x="595327" y="1033877"/>
                  </a:lnTo>
                  <a:lnTo>
                    <a:pt x="625639" y="1030821"/>
                  </a:lnTo>
                  <a:cubicBezTo>
                    <a:pt x="862914" y="982268"/>
                    <a:pt x="1041400" y="772328"/>
                    <a:pt x="1041400" y="520700"/>
                  </a:cubicBezTo>
                  <a:cubicBezTo>
                    <a:pt x="1041400" y="233125"/>
                    <a:pt x="808275" y="0"/>
                    <a:pt x="520700"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21">
              <a:extLst>
                <a:ext uri="{FF2B5EF4-FFF2-40B4-BE49-F238E27FC236}">
                  <a16:creationId xmlns:a16="http://schemas.microsoft.com/office/drawing/2014/main" id="{594F7F18-2B8D-7493-904B-1BD252DFC677}"/>
                </a:ext>
              </a:extLst>
            </p:cNvPr>
            <p:cNvSpPr/>
            <p:nvPr/>
          </p:nvSpPr>
          <p:spPr>
            <a:xfrm flipH="1">
              <a:off x="4779792" y="2384561"/>
              <a:ext cx="1563135" cy="2088878"/>
            </a:xfrm>
            <a:custGeom>
              <a:avLst/>
              <a:gdLst>
                <a:gd name="connsiteX0" fmla="*/ 520700 w 1041400"/>
                <a:gd name="connsiteY0" fmla="*/ 0 h 1391663"/>
                <a:gd name="connsiteX1" fmla="*/ 0 w 1041400"/>
                <a:gd name="connsiteY1" fmla="*/ 520700 h 1391663"/>
                <a:gd name="connsiteX2" fmla="*/ 601 w 1041400"/>
                <a:gd name="connsiteY2" fmla="*/ 526665 h 1391663"/>
                <a:gd name="connsiteX3" fmla="*/ 0 w 1041400"/>
                <a:gd name="connsiteY3" fmla="*/ 530884 h 1391663"/>
                <a:gd name="connsiteX4" fmla="*/ 839841 w 1041400"/>
                <a:gd name="connsiteY4" fmla="*/ 1391663 h 1391663"/>
                <a:gd name="connsiteX5" fmla="*/ 596988 w 1041400"/>
                <a:gd name="connsiteY5" fmla="*/ 1070463 h 1391663"/>
                <a:gd name="connsiteX6" fmla="*/ 595327 w 1041400"/>
                <a:gd name="connsiteY6" fmla="*/ 1033877 h 1391663"/>
                <a:gd name="connsiteX7" fmla="*/ 625639 w 1041400"/>
                <a:gd name="connsiteY7" fmla="*/ 1030821 h 1391663"/>
                <a:gd name="connsiteX8" fmla="*/ 1041400 w 1041400"/>
                <a:gd name="connsiteY8" fmla="*/ 520700 h 1391663"/>
                <a:gd name="connsiteX9" fmla="*/ 520700 w 1041400"/>
                <a:gd name="connsiteY9" fmla="*/ 0 h 1391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1400" h="1391663">
                  <a:moveTo>
                    <a:pt x="520700" y="0"/>
                  </a:moveTo>
                  <a:cubicBezTo>
                    <a:pt x="233125" y="0"/>
                    <a:pt x="0" y="233125"/>
                    <a:pt x="0" y="520700"/>
                  </a:cubicBezTo>
                  <a:lnTo>
                    <a:pt x="601" y="526665"/>
                  </a:lnTo>
                  <a:lnTo>
                    <a:pt x="0" y="530884"/>
                  </a:lnTo>
                  <a:cubicBezTo>
                    <a:pt x="1270" y="763309"/>
                    <a:pt x="141037" y="1339599"/>
                    <a:pt x="839841" y="1391663"/>
                  </a:cubicBezTo>
                  <a:cubicBezTo>
                    <a:pt x="756282" y="1328754"/>
                    <a:pt x="622088" y="1243235"/>
                    <a:pt x="596988" y="1070463"/>
                  </a:cubicBezTo>
                  <a:lnTo>
                    <a:pt x="595327" y="1033877"/>
                  </a:lnTo>
                  <a:lnTo>
                    <a:pt x="625639" y="1030821"/>
                  </a:lnTo>
                  <a:cubicBezTo>
                    <a:pt x="862914" y="982268"/>
                    <a:pt x="1041400" y="772328"/>
                    <a:pt x="1041400" y="520700"/>
                  </a:cubicBezTo>
                  <a:cubicBezTo>
                    <a:pt x="1041400" y="233125"/>
                    <a:pt x="808275" y="0"/>
                    <a:pt x="520700"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D04F090D-C862-CF85-1001-A82E54365597}"/>
              </a:ext>
            </a:extLst>
          </p:cNvPr>
          <p:cNvSpPr>
            <a:spLocks noGrp="1"/>
          </p:cNvSpPr>
          <p:nvPr>
            <p:ph type="ctrTitle"/>
          </p:nvPr>
        </p:nvSpPr>
        <p:spPr/>
        <p:txBody>
          <a:bodyPr/>
          <a:lstStyle/>
          <a:p>
            <a:r>
              <a:rPr lang="en-US" dirty="0"/>
              <a:t>WEALTH IS THE ABILITY TO FULLY EXPERIENCE LIFE.</a:t>
            </a:r>
            <a:br>
              <a:rPr lang="en-US" dirty="0"/>
            </a:br>
            <a:endParaRPr lang="en-US" dirty="0"/>
          </a:p>
        </p:txBody>
      </p:sp>
      <p:sp>
        <p:nvSpPr>
          <p:cNvPr id="3" name="Subtitle 2">
            <a:extLst>
              <a:ext uri="{FF2B5EF4-FFF2-40B4-BE49-F238E27FC236}">
                <a16:creationId xmlns:a16="http://schemas.microsoft.com/office/drawing/2014/main" id="{4CE82C04-6445-9E02-B0E8-8D809278C37D}"/>
              </a:ext>
            </a:extLst>
          </p:cNvPr>
          <p:cNvSpPr>
            <a:spLocks noGrp="1"/>
          </p:cNvSpPr>
          <p:nvPr>
            <p:ph type="subTitle" idx="1"/>
          </p:nvPr>
        </p:nvSpPr>
        <p:spPr/>
        <p:txBody>
          <a:bodyPr/>
          <a:lstStyle/>
          <a:p>
            <a:r>
              <a:rPr lang="en-US" dirty="0"/>
              <a:t>-Henry David Thoreau</a:t>
            </a:r>
          </a:p>
        </p:txBody>
      </p:sp>
    </p:spTree>
    <p:extLst>
      <p:ext uri="{BB962C8B-B14F-4D97-AF65-F5344CB8AC3E}">
        <p14:creationId xmlns:p14="http://schemas.microsoft.com/office/powerpoint/2010/main" val="1213210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Title 105">
            <a:extLst>
              <a:ext uri="{FF2B5EF4-FFF2-40B4-BE49-F238E27FC236}">
                <a16:creationId xmlns:a16="http://schemas.microsoft.com/office/drawing/2014/main" id="{734F8B63-0C1D-770B-CA9D-EE7ACF817C1F}"/>
              </a:ext>
            </a:extLst>
          </p:cNvPr>
          <p:cNvSpPr>
            <a:spLocks noGrp="1"/>
          </p:cNvSpPr>
          <p:nvPr>
            <p:ph type="title"/>
          </p:nvPr>
        </p:nvSpPr>
        <p:spPr/>
        <p:txBody>
          <a:bodyPr/>
          <a:lstStyle/>
          <a:p>
            <a:r>
              <a:rPr lang="en-US" dirty="0"/>
              <a:t>PORTFOLIO BUILDUP</a:t>
            </a:r>
          </a:p>
        </p:txBody>
      </p:sp>
      <p:sp>
        <p:nvSpPr>
          <p:cNvPr id="139" name="Slide Number Placeholder 138">
            <a:extLst>
              <a:ext uri="{FF2B5EF4-FFF2-40B4-BE49-F238E27FC236}">
                <a16:creationId xmlns:a16="http://schemas.microsoft.com/office/drawing/2014/main" id="{0C6CCCC3-BCC9-AE9B-C2AE-4D9986B5F8AE}"/>
              </a:ext>
            </a:extLst>
          </p:cNvPr>
          <p:cNvSpPr>
            <a:spLocks noGrp="1"/>
          </p:cNvSpPr>
          <p:nvPr>
            <p:ph type="sldNum" sz="quarter" idx="11"/>
          </p:nvPr>
        </p:nvSpPr>
        <p:spPr/>
        <p:txBody>
          <a:bodyPr/>
          <a:lstStyle/>
          <a:p>
            <a:fld id="{294A09A9-5501-47C1-A89A-A340965A2BE2}" type="slidenum">
              <a:rPr lang="en-US" smtClean="0"/>
              <a:pPr/>
              <a:t>12</a:t>
            </a:fld>
            <a:endParaRPr lang="en-US" dirty="0"/>
          </a:p>
        </p:txBody>
      </p:sp>
      <p:pic>
        <p:nvPicPr>
          <p:cNvPr id="85" name="Picture Placeholder 84" descr="Continuous Improvement outline">
            <a:extLst>
              <a:ext uri="{FF2B5EF4-FFF2-40B4-BE49-F238E27FC236}">
                <a16:creationId xmlns:a16="http://schemas.microsoft.com/office/drawing/2014/main" id="{D65F5CE9-1D9A-9BF0-5ADD-C4E2693DA4CB}"/>
              </a:ext>
            </a:extLst>
          </p:cNvPr>
          <p:cNvPicPr>
            <a:picLocks noGrp="1" noChangeAspect="1"/>
          </p:cNvPicPr>
          <p:nvPr>
            <p:ph type="pic" sz="quarter" idx="22"/>
          </p:nvPr>
        </p:nvPicPr>
        <p:blipFill rotWithShape="1">
          <a:blip r:embed="rId2"/>
          <a:srcRect t="517" b="517"/>
          <a:stretch/>
        </p:blipFill>
        <p:spPr>
          <a:xfrm>
            <a:off x="1583555" y="2980517"/>
            <a:ext cx="713074" cy="713074"/>
          </a:xfrm>
        </p:spPr>
      </p:pic>
      <p:pic>
        <p:nvPicPr>
          <p:cNvPr id="86" name="Picture Placeholder 85" descr="Wallet outline">
            <a:extLst>
              <a:ext uri="{FF2B5EF4-FFF2-40B4-BE49-F238E27FC236}">
                <a16:creationId xmlns:a16="http://schemas.microsoft.com/office/drawing/2014/main" id="{EDC60F06-D73E-F719-14FA-A6F1ECF09300}"/>
              </a:ext>
            </a:extLst>
          </p:cNvPr>
          <p:cNvPicPr>
            <a:picLocks noGrp="1" noChangeAspect="1"/>
          </p:cNvPicPr>
          <p:nvPr>
            <p:ph type="pic" sz="quarter" idx="23"/>
          </p:nvPr>
        </p:nvPicPr>
        <p:blipFill rotWithShape="1">
          <a:blip r:embed="rId3"/>
          <a:srcRect t="128" b="128"/>
          <a:stretch/>
        </p:blipFill>
        <p:spPr/>
      </p:pic>
      <p:pic>
        <p:nvPicPr>
          <p:cNvPr id="87" name="Picture Placeholder 86" descr="Piggy Bank outline">
            <a:extLst>
              <a:ext uri="{FF2B5EF4-FFF2-40B4-BE49-F238E27FC236}">
                <a16:creationId xmlns:a16="http://schemas.microsoft.com/office/drawing/2014/main" id="{ED53247D-56A2-6AB9-6FF9-0313BD7DB9E8}"/>
              </a:ext>
            </a:extLst>
          </p:cNvPr>
          <p:cNvPicPr>
            <a:picLocks noGrp="1" noChangeAspect="1"/>
          </p:cNvPicPr>
          <p:nvPr>
            <p:ph type="pic" sz="quarter" idx="24"/>
          </p:nvPr>
        </p:nvPicPr>
        <p:blipFill rotWithShape="1">
          <a:blip r:embed="rId4"/>
          <a:srcRect/>
          <a:stretch/>
        </p:blipFill>
        <p:spPr/>
      </p:pic>
      <p:pic>
        <p:nvPicPr>
          <p:cNvPr id="88" name="Picture Placeholder 87" descr="Bitcoin outline">
            <a:extLst>
              <a:ext uri="{FF2B5EF4-FFF2-40B4-BE49-F238E27FC236}">
                <a16:creationId xmlns:a16="http://schemas.microsoft.com/office/drawing/2014/main" id="{32BC0F61-A0C8-5BEF-A6E9-0E7ADE645FA6}"/>
              </a:ext>
            </a:extLst>
          </p:cNvPr>
          <p:cNvPicPr>
            <a:picLocks noGrp="1" noChangeAspect="1"/>
          </p:cNvPicPr>
          <p:nvPr>
            <p:ph type="pic" sz="quarter" idx="25"/>
          </p:nvPr>
        </p:nvPicPr>
        <p:blipFill rotWithShape="1">
          <a:blip r:embed="rId5"/>
          <a:srcRect l="345" r="345"/>
          <a:stretch/>
        </p:blipFill>
        <p:spPr/>
      </p:pic>
      <p:pic>
        <p:nvPicPr>
          <p:cNvPr id="90" name="Picture Placeholder 89" descr="Exponential Graph outline">
            <a:extLst>
              <a:ext uri="{FF2B5EF4-FFF2-40B4-BE49-F238E27FC236}">
                <a16:creationId xmlns:a16="http://schemas.microsoft.com/office/drawing/2014/main" id="{86472D92-CAA9-AF6F-549B-2EE170C70DD7}"/>
              </a:ext>
            </a:extLst>
          </p:cNvPr>
          <p:cNvPicPr>
            <a:picLocks noGrp="1" noChangeAspect="1"/>
          </p:cNvPicPr>
          <p:nvPr>
            <p:ph type="pic" sz="quarter" idx="26"/>
          </p:nvPr>
        </p:nvPicPr>
        <p:blipFill rotWithShape="1">
          <a:blip r:embed="rId6"/>
          <a:srcRect/>
          <a:stretch/>
        </p:blipFill>
        <p:spPr/>
      </p:pic>
      <p:sp>
        <p:nvSpPr>
          <p:cNvPr id="3" name="Text Placeholder 2">
            <a:extLst>
              <a:ext uri="{FF2B5EF4-FFF2-40B4-BE49-F238E27FC236}">
                <a16:creationId xmlns:a16="http://schemas.microsoft.com/office/drawing/2014/main" id="{0CF4EECB-47E7-26A0-F3A1-ACAE7AEE5741}"/>
              </a:ext>
            </a:extLst>
          </p:cNvPr>
          <p:cNvSpPr>
            <a:spLocks noGrp="1"/>
          </p:cNvSpPr>
          <p:nvPr>
            <p:ph type="body" sz="quarter" idx="12"/>
          </p:nvPr>
        </p:nvSpPr>
        <p:spPr/>
        <p:txBody>
          <a:bodyPr/>
          <a:lstStyle/>
          <a:p>
            <a:r>
              <a:rPr lang="en-US" dirty="0"/>
              <a:t>Step 1</a:t>
            </a:r>
          </a:p>
        </p:txBody>
      </p:sp>
      <p:sp>
        <p:nvSpPr>
          <p:cNvPr id="133" name="Text Placeholder 132">
            <a:extLst>
              <a:ext uri="{FF2B5EF4-FFF2-40B4-BE49-F238E27FC236}">
                <a16:creationId xmlns:a16="http://schemas.microsoft.com/office/drawing/2014/main" id="{0D7DF893-CDC1-A213-86BF-C9C73F979CC5}"/>
              </a:ext>
            </a:extLst>
          </p:cNvPr>
          <p:cNvSpPr>
            <a:spLocks noGrp="1"/>
          </p:cNvSpPr>
          <p:nvPr>
            <p:ph type="body" sz="quarter" idx="28"/>
          </p:nvPr>
        </p:nvSpPr>
        <p:spPr/>
        <p:txBody>
          <a:bodyPr/>
          <a:lstStyle/>
          <a:p>
            <a:endParaRPr lang="en-US" dirty="0"/>
          </a:p>
        </p:txBody>
      </p:sp>
      <p:sp>
        <p:nvSpPr>
          <p:cNvPr id="5" name="Text Placeholder 4">
            <a:extLst>
              <a:ext uri="{FF2B5EF4-FFF2-40B4-BE49-F238E27FC236}">
                <a16:creationId xmlns:a16="http://schemas.microsoft.com/office/drawing/2014/main" id="{AC2F0535-53EA-30FB-770D-0C92BEEF3F6D}"/>
              </a:ext>
            </a:extLst>
          </p:cNvPr>
          <p:cNvSpPr>
            <a:spLocks noGrp="1"/>
          </p:cNvSpPr>
          <p:nvPr>
            <p:ph type="body" sz="quarter" idx="14"/>
          </p:nvPr>
        </p:nvSpPr>
        <p:spPr/>
        <p:txBody>
          <a:bodyPr/>
          <a:lstStyle/>
          <a:p>
            <a:pPr lvl="0"/>
            <a:r>
              <a:rPr lang="en-US" dirty="0"/>
              <a:t>Step 2</a:t>
            </a:r>
          </a:p>
        </p:txBody>
      </p:sp>
      <p:sp>
        <p:nvSpPr>
          <p:cNvPr id="134" name="Text Placeholder 133">
            <a:extLst>
              <a:ext uri="{FF2B5EF4-FFF2-40B4-BE49-F238E27FC236}">
                <a16:creationId xmlns:a16="http://schemas.microsoft.com/office/drawing/2014/main" id="{9CE100CE-4574-F901-234D-B9BEED642B9B}"/>
              </a:ext>
            </a:extLst>
          </p:cNvPr>
          <p:cNvSpPr>
            <a:spLocks noGrp="1"/>
          </p:cNvSpPr>
          <p:nvPr>
            <p:ph type="body" sz="quarter" idx="29"/>
          </p:nvPr>
        </p:nvSpPr>
        <p:spPr/>
        <p:txBody>
          <a:bodyPr/>
          <a:lstStyle/>
          <a:p>
            <a:endParaRPr lang="en-US" dirty="0"/>
          </a:p>
        </p:txBody>
      </p:sp>
      <p:sp>
        <p:nvSpPr>
          <p:cNvPr id="7" name="Text Placeholder 6">
            <a:extLst>
              <a:ext uri="{FF2B5EF4-FFF2-40B4-BE49-F238E27FC236}">
                <a16:creationId xmlns:a16="http://schemas.microsoft.com/office/drawing/2014/main" id="{31511481-29C6-275B-963E-B5AF2E87ADA2}"/>
              </a:ext>
            </a:extLst>
          </p:cNvPr>
          <p:cNvSpPr>
            <a:spLocks noGrp="1"/>
          </p:cNvSpPr>
          <p:nvPr>
            <p:ph type="body" sz="quarter" idx="16"/>
          </p:nvPr>
        </p:nvSpPr>
        <p:spPr/>
        <p:txBody>
          <a:bodyPr/>
          <a:lstStyle/>
          <a:p>
            <a:pPr lvl="0"/>
            <a:r>
              <a:rPr lang="en-US" dirty="0"/>
              <a:t>Step 3</a:t>
            </a:r>
          </a:p>
        </p:txBody>
      </p:sp>
      <p:sp>
        <p:nvSpPr>
          <p:cNvPr id="135" name="Text Placeholder 134">
            <a:extLst>
              <a:ext uri="{FF2B5EF4-FFF2-40B4-BE49-F238E27FC236}">
                <a16:creationId xmlns:a16="http://schemas.microsoft.com/office/drawing/2014/main" id="{288EBDBE-0ABC-82CE-4598-09F65E315AD7}"/>
              </a:ext>
            </a:extLst>
          </p:cNvPr>
          <p:cNvSpPr>
            <a:spLocks noGrp="1"/>
          </p:cNvSpPr>
          <p:nvPr>
            <p:ph type="body" sz="quarter" idx="30"/>
          </p:nvPr>
        </p:nvSpPr>
        <p:spPr/>
        <p:txBody>
          <a:bodyPr/>
          <a:lstStyle/>
          <a:p>
            <a:endParaRPr lang="en-US" dirty="0"/>
          </a:p>
        </p:txBody>
      </p:sp>
      <p:sp>
        <p:nvSpPr>
          <p:cNvPr id="9" name="Text Placeholder 8">
            <a:extLst>
              <a:ext uri="{FF2B5EF4-FFF2-40B4-BE49-F238E27FC236}">
                <a16:creationId xmlns:a16="http://schemas.microsoft.com/office/drawing/2014/main" id="{2F32973A-CF94-1C2B-BB12-B563173CC79A}"/>
              </a:ext>
            </a:extLst>
          </p:cNvPr>
          <p:cNvSpPr>
            <a:spLocks noGrp="1"/>
          </p:cNvSpPr>
          <p:nvPr>
            <p:ph type="body" sz="quarter" idx="18"/>
          </p:nvPr>
        </p:nvSpPr>
        <p:spPr/>
        <p:txBody>
          <a:bodyPr/>
          <a:lstStyle/>
          <a:p>
            <a:pPr lvl="0"/>
            <a:r>
              <a:rPr lang="en-US" dirty="0"/>
              <a:t>Step 4</a:t>
            </a:r>
          </a:p>
        </p:txBody>
      </p:sp>
      <p:sp>
        <p:nvSpPr>
          <p:cNvPr id="136" name="Text Placeholder 135">
            <a:extLst>
              <a:ext uri="{FF2B5EF4-FFF2-40B4-BE49-F238E27FC236}">
                <a16:creationId xmlns:a16="http://schemas.microsoft.com/office/drawing/2014/main" id="{14F6CD04-2A18-A6BD-AAB9-1D30D1563399}"/>
              </a:ext>
            </a:extLst>
          </p:cNvPr>
          <p:cNvSpPr>
            <a:spLocks noGrp="1"/>
          </p:cNvSpPr>
          <p:nvPr>
            <p:ph type="body" sz="quarter" idx="31"/>
          </p:nvPr>
        </p:nvSpPr>
        <p:spPr/>
        <p:txBody>
          <a:bodyPr/>
          <a:lstStyle/>
          <a:p>
            <a:endParaRPr lang="en-US" dirty="0"/>
          </a:p>
        </p:txBody>
      </p:sp>
      <p:sp>
        <p:nvSpPr>
          <p:cNvPr id="11" name="Text Placeholder 10">
            <a:extLst>
              <a:ext uri="{FF2B5EF4-FFF2-40B4-BE49-F238E27FC236}">
                <a16:creationId xmlns:a16="http://schemas.microsoft.com/office/drawing/2014/main" id="{CE7AA813-84F0-DB50-F6B6-A29A94662DAD}"/>
              </a:ext>
            </a:extLst>
          </p:cNvPr>
          <p:cNvSpPr>
            <a:spLocks noGrp="1"/>
          </p:cNvSpPr>
          <p:nvPr>
            <p:ph type="body" sz="quarter" idx="20"/>
          </p:nvPr>
        </p:nvSpPr>
        <p:spPr/>
        <p:txBody>
          <a:bodyPr/>
          <a:lstStyle/>
          <a:p>
            <a:pPr lvl="0"/>
            <a:r>
              <a:rPr lang="en-US" dirty="0"/>
              <a:t>Step 5</a:t>
            </a:r>
          </a:p>
        </p:txBody>
      </p:sp>
      <p:sp>
        <p:nvSpPr>
          <p:cNvPr id="137" name="Text Placeholder 136">
            <a:extLst>
              <a:ext uri="{FF2B5EF4-FFF2-40B4-BE49-F238E27FC236}">
                <a16:creationId xmlns:a16="http://schemas.microsoft.com/office/drawing/2014/main" id="{C171CBDB-4593-F4D1-30E9-A47F4C7CADAF}"/>
              </a:ext>
            </a:extLst>
          </p:cNvPr>
          <p:cNvSpPr>
            <a:spLocks noGrp="1"/>
          </p:cNvSpPr>
          <p:nvPr>
            <p:ph type="body" sz="quarter" idx="32"/>
          </p:nvPr>
        </p:nvSpPr>
        <p:spPr/>
        <p:txBody>
          <a:bodyPr/>
          <a:lstStyle/>
          <a:p>
            <a:endParaRPr lang="en-US" dirty="0"/>
          </a:p>
        </p:txBody>
      </p:sp>
      <p:sp>
        <p:nvSpPr>
          <p:cNvPr id="69" name="Text Placeholder 68">
            <a:extLst>
              <a:ext uri="{FF2B5EF4-FFF2-40B4-BE49-F238E27FC236}">
                <a16:creationId xmlns:a16="http://schemas.microsoft.com/office/drawing/2014/main" id="{4BBDF45D-9B32-0154-7602-2C43DAF6C0A6}"/>
              </a:ext>
            </a:extLst>
          </p:cNvPr>
          <p:cNvSpPr>
            <a:spLocks noGrp="1"/>
          </p:cNvSpPr>
          <p:nvPr>
            <p:ph type="body" sz="quarter" idx="13"/>
          </p:nvPr>
        </p:nvSpPr>
        <p:spPr/>
        <p:txBody>
          <a:bodyPr/>
          <a:lstStyle/>
          <a:p>
            <a:r>
              <a:rPr lang="en-US" dirty="0"/>
              <a:t>Choose a cryptocurrency exchange</a:t>
            </a:r>
          </a:p>
          <a:p>
            <a:endParaRPr lang="en-US" dirty="0"/>
          </a:p>
        </p:txBody>
      </p:sp>
      <p:sp>
        <p:nvSpPr>
          <p:cNvPr id="70" name="Text Placeholder 69">
            <a:extLst>
              <a:ext uri="{FF2B5EF4-FFF2-40B4-BE49-F238E27FC236}">
                <a16:creationId xmlns:a16="http://schemas.microsoft.com/office/drawing/2014/main" id="{38FF6C9F-C7C5-37D5-4C61-BA14A636B732}"/>
              </a:ext>
            </a:extLst>
          </p:cNvPr>
          <p:cNvSpPr>
            <a:spLocks noGrp="1"/>
          </p:cNvSpPr>
          <p:nvPr>
            <p:ph type="body" sz="quarter" idx="15"/>
          </p:nvPr>
        </p:nvSpPr>
        <p:spPr/>
        <p:txBody>
          <a:bodyPr/>
          <a:lstStyle/>
          <a:p>
            <a:r>
              <a:rPr lang="en-US" dirty="0"/>
              <a:t>Purchase preferred coins &amp; create "wallet"</a:t>
            </a:r>
          </a:p>
          <a:p>
            <a:endParaRPr lang="en-US" dirty="0"/>
          </a:p>
        </p:txBody>
      </p:sp>
      <p:sp>
        <p:nvSpPr>
          <p:cNvPr id="71" name="Text Placeholder 70">
            <a:extLst>
              <a:ext uri="{FF2B5EF4-FFF2-40B4-BE49-F238E27FC236}">
                <a16:creationId xmlns:a16="http://schemas.microsoft.com/office/drawing/2014/main" id="{5973BD56-1612-983E-EA67-F4039B062085}"/>
              </a:ext>
            </a:extLst>
          </p:cNvPr>
          <p:cNvSpPr>
            <a:spLocks noGrp="1"/>
          </p:cNvSpPr>
          <p:nvPr>
            <p:ph type="body" sz="quarter" idx="17"/>
          </p:nvPr>
        </p:nvSpPr>
        <p:spPr/>
        <p:txBody>
          <a:bodyPr/>
          <a:lstStyle/>
          <a:p>
            <a:r>
              <a:rPr lang="en-US" dirty="0"/>
              <a:t>Research investment and trading options</a:t>
            </a:r>
          </a:p>
          <a:p>
            <a:endParaRPr lang="en-US" dirty="0"/>
          </a:p>
        </p:txBody>
      </p:sp>
      <p:sp>
        <p:nvSpPr>
          <p:cNvPr id="72" name="Text Placeholder 71">
            <a:extLst>
              <a:ext uri="{FF2B5EF4-FFF2-40B4-BE49-F238E27FC236}">
                <a16:creationId xmlns:a16="http://schemas.microsoft.com/office/drawing/2014/main" id="{840CFADA-CAD6-2A04-5B15-5DB4DD6A84E0}"/>
              </a:ext>
            </a:extLst>
          </p:cNvPr>
          <p:cNvSpPr>
            <a:spLocks noGrp="1"/>
          </p:cNvSpPr>
          <p:nvPr>
            <p:ph type="body" sz="quarter" idx="19"/>
          </p:nvPr>
        </p:nvSpPr>
        <p:spPr/>
        <p:txBody>
          <a:bodyPr/>
          <a:lstStyle/>
          <a:p>
            <a:r>
              <a:rPr lang="en-US" dirty="0"/>
              <a:t>Stake preferred coins in chosen company</a:t>
            </a:r>
          </a:p>
          <a:p>
            <a:endParaRPr lang="en-US" dirty="0"/>
          </a:p>
        </p:txBody>
      </p:sp>
      <p:sp>
        <p:nvSpPr>
          <p:cNvPr id="73" name="Text Placeholder 72">
            <a:extLst>
              <a:ext uri="{FF2B5EF4-FFF2-40B4-BE49-F238E27FC236}">
                <a16:creationId xmlns:a16="http://schemas.microsoft.com/office/drawing/2014/main" id="{DB3347BB-2913-A230-8362-2B778394E7CE}"/>
              </a:ext>
            </a:extLst>
          </p:cNvPr>
          <p:cNvSpPr>
            <a:spLocks noGrp="1"/>
          </p:cNvSpPr>
          <p:nvPr>
            <p:ph type="body" sz="quarter" idx="21"/>
          </p:nvPr>
        </p:nvSpPr>
        <p:spPr/>
        <p:txBody>
          <a:bodyPr/>
          <a:lstStyle/>
          <a:p>
            <a:pPr lvl="0"/>
            <a:r>
              <a:rPr lang="en-US" dirty="0"/>
              <a:t>Set exponential growth goals</a:t>
            </a:r>
          </a:p>
        </p:txBody>
      </p:sp>
      <p:sp>
        <p:nvSpPr>
          <p:cNvPr id="138" name="Footer Placeholder 137">
            <a:extLst>
              <a:ext uri="{FF2B5EF4-FFF2-40B4-BE49-F238E27FC236}">
                <a16:creationId xmlns:a16="http://schemas.microsoft.com/office/drawing/2014/main" id="{8BC11123-4B26-8100-E85C-F218651524A5}"/>
              </a:ext>
            </a:extLst>
          </p:cNvPr>
          <p:cNvSpPr>
            <a:spLocks noGrp="1"/>
          </p:cNvSpPr>
          <p:nvPr>
            <p:ph type="ftr" sz="quarter" idx="10"/>
          </p:nvPr>
        </p:nvSpPr>
        <p:spPr/>
        <p:txBody>
          <a:bodyPr/>
          <a:lstStyle/>
          <a:p>
            <a:r>
              <a:rPr lang="en-US"/>
              <a:t>Crypto: investing &amp; trading</a:t>
            </a:r>
            <a:endParaRPr lang="en-US" dirty="0"/>
          </a:p>
        </p:txBody>
      </p:sp>
    </p:spTree>
    <p:extLst>
      <p:ext uri="{BB962C8B-B14F-4D97-AF65-F5344CB8AC3E}">
        <p14:creationId xmlns:p14="http://schemas.microsoft.com/office/powerpoint/2010/main" val="35101309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9E45E-D6A7-9780-F652-BAF86DFBCC00}"/>
              </a:ext>
            </a:extLst>
          </p:cNvPr>
          <p:cNvSpPr>
            <a:spLocks noGrp="1"/>
          </p:cNvSpPr>
          <p:nvPr>
            <p:ph type="title"/>
          </p:nvPr>
        </p:nvSpPr>
        <p:spPr/>
        <p:txBody>
          <a:bodyPr/>
          <a:lstStyle/>
          <a:p>
            <a:r>
              <a:rPr lang="en-US" dirty="0"/>
              <a:t>AREAS OF FOCUS</a:t>
            </a:r>
          </a:p>
        </p:txBody>
      </p:sp>
      <p:sp>
        <p:nvSpPr>
          <p:cNvPr id="8" name="Slide Number Placeholder 7">
            <a:extLst>
              <a:ext uri="{FF2B5EF4-FFF2-40B4-BE49-F238E27FC236}">
                <a16:creationId xmlns:a16="http://schemas.microsoft.com/office/drawing/2014/main" id="{85577A64-4E94-69E1-3180-1E014BD06B3C}"/>
              </a:ext>
            </a:extLst>
          </p:cNvPr>
          <p:cNvSpPr>
            <a:spLocks noGrp="1"/>
          </p:cNvSpPr>
          <p:nvPr>
            <p:ph type="sldNum" sz="quarter" idx="12"/>
          </p:nvPr>
        </p:nvSpPr>
        <p:spPr/>
        <p:txBody>
          <a:bodyPr/>
          <a:lstStyle/>
          <a:p>
            <a:fld id="{294A09A9-5501-47C1-A89A-A340965A2BE2}" type="slidenum">
              <a:rPr lang="en-US" smtClean="0"/>
              <a:t>13</a:t>
            </a:fld>
            <a:endParaRPr lang="en-US" dirty="0"/>
          </a:p>
        </p:txBody>
      </p:sp>
      <p:sp>
        <p:nvSpPr>
          <p:cNvPr id="3" name="Text Placeholder 2">
            <a:extLst>
              <a:ext uri="{FF2B5EF4-FFF2-40B4-BE49-F238E27FC236}">
                <a16:creationId xmlns:a16="http://schemas.microsoft.com/office/drawing/2014/main" id="{C31605EE-24B6-95D8-DE5E-BEC2F03ECECA}"/>
              </a:ext>
            </a:extLst>
          </p:cNvPr>
          <p:cNvSpPr>
            <a:spLocks noGrp="1"/>
          </p:cNvSpPr>
          <p:nvPr>
            <p:ph type="body" idx="1"/>
          </p:nvPr>
        </p:nvSpPr>
        <p:spPr/>
        <p:txBody>
          <a:bodyPr/>
          <a:lstStyle/>
          <a:p>
            <a:r>
              <a:rPr lang="en-US" dirty="0"/>
              <a:t>Portfolio diversification</a:t>
            </a:r>
          </a:p>
        </p:txBody>
      </p:sp>
      <p:sp>
        <p:nvSpPr>
          <p:cNvPr id="4" name="Content Placeholder 3">
            <a:extLst>
              <a:ext uri="{FF2B5EF4-FFF2-40B4-BE49-F238E27FC236}">
                <a16:creationId xmlns:a16="http://schemas.microsoft.com/office/drawing/2014/main" id="{BE22F651-7ABC-015D-B5C4-622708A64CB1}"/>
              </a:ext>
            </a:extLst>
          </p:cNvPr>
          <p:cNvSpPr>
            <a:spLocks noGrp="1"/>
          </p:cNvSpPr>
          <p:nvPr>
            <p:ph sz="half" idx="2"/>
          </p:nvPr>
        </p:nvSpPr>
        <p:spPr/>
        <p:txBody>
          <a:bodyPr/>
          <a:lstStyle/>
          <a:p>
            <a:r>
              <a:rPr lang="en-US" dirty="0"/>
              <a:t>Develop winning combinations to stay ahead of the market</a:t>
            </a:r>
          </a:p>
          <a:p>
            <a:r>
              <a:rPr lang="en-US" dirty="0"/>
              <a:t>Capitalize on direct ownership of digital coins</a:t>
            </a:r>
          </a:p>
          <a:p>
            <a:r>
              <a:rPr lang="en-US" dirty="0"/>
              <a:t>Invest in multiple blockchains​</a:t>
            </a:r>
          </a:p>
          <a:p>
            <a:endParaRPr lang="en-US" dirty="0"/>
          </a:p>
        </p:txBody>
      </p:sp>
      <p:sp>
        <p:nvSpPr>
          <p:cNvPr id="5" name="Text Placeholder 4">
            <a:extLst>
              <a:ext uri="{FF2B5EF4-FFF2-40B4-BE49-F238E27FC236}">
                <a16:creationId xmlns:a16="http://schemas.microsoft.com/office/drawing/2014/main" id="{6A1E0F07-3291-4EE2-1286-04C97165BA68}"/>
              </a:ext>
            </a:extLst>
          </p:cNvPr>
          <p:cNvSpPr>
            <a:spLocks noGrp="1"/>
          </p:cNvSpPr>
          <p:nvPr>
            <p:ph type="body" sz="quarter" idx="3"/>
          </p:nvPr>
        </p:nvSpPr>
        <p:spPr/>
        <p:txBody>
          <a:bodyPr/>
          <a:lstStyle/>
          <a:p>
            <a:r>
              <a:rPr lang="en-US" dirty="0"/>
              <a:t>Short and long-term goals</a:t>
            </a:r>
          </a:p>
        </p:txBody>
      </p:sp>
      <p:sp>
        <p:nvSpPr>
          <p:cNvPr id="6" name="Content Placeholder 5">
            <a:extLst>
              <a:ext uri="{FF2B5EF4-FFF2-40B4-BE49-F238E27FC236}">
                <a16:creationId xmlns:a16="http://schemas.microsoft.com/office/drawing/2014/main" id="{3DF22CC9-1295-2B21-05A9-68A44E669B8F}"/>
              </a:ext>
            </a:extLst>
          </p:cNvPr>
          <p:cNvSpPr>
            <a:spLocks noGrp="1"/>
          </p:cNvSpPr>
          <p:nvPr>
            <p:ph sz="quarter" idx="4"/>
          </p:nvPr>
        </p:nvSpPr>
        <p:spPr/>
        <p:txBody>
          <a:bodyPr/>
          <a:lstStyle/>
          <a:p>
            <a:r>
              <a:rPr lang="en-US" dirty="0"/>
              <a:t>Create an emergency fund</a:t>
            </a:r>
          </a:p>
          <a:p>
            <a:r>
              <a:rPr lang="en-US" dirty="0"/>
              <a:t>Add a second stream of income</a:t>
            </a:r>
          </a:p>
          <a:p>
            <a:r>
              <a:rPr lang="en-US" dirty="0"/>
              <a:t>Buy a house</a:t>
            </a:r>
          </a:p>
          <a:p>
            <a:r>
              <a:rPr lang="en-US" dirty="0"/>
              <a:t>Supplement retirement fund</a:t>
            </a:r>
          </a:p>
        </p:txBody>
      </p:sp>
      <p:sp>
        <p:nvSpPr>
          <p:cNvPr id="7" name="Footer Placeholder 6">
            <a:extLst>
              <a:ext uri="{FF2B5EF4-FFF2-40B4-BE49-F238E27FC236}">
                <a16:creationId xmlns:a16="http://schemas.microsoft.com/office/drawing/2014/main" id="{A9F57080-19CA-8BBA-6050-8494551D4615}"/>
              </a:ext>
            </a:extLst>
          </p:cNvPr>
          <p:cNvSpPr>
            <a:spLocks noGrp="1"/>
          </p:cNvSpPr>
          <p:nvPr>
            <p:ph type="ftr" sz="quarter" idx="11"/>
          </p:nvPr>
        </p:nvSpPr>
        <p:spPr/>
        <p:txBody>
          <a:bodyPr/>
          <a:lstStyle/>
          <a:p>
            <a:r>
              <a:rPr lang="en-US"/>
              <a:t>Crypto: investing &amp; trading</a:t>
            </a:r>
            <a:endParaRPr lang="en-US" dirty="0"/>
          </a:p>
        </p:txBody>
      </p:sp>
    </p:spTree>
    <p:extLst>
      <p:ext uri="{BB962C8B-B14F-4D97-AF65-F5344CB8AC3E}">
        <p14:creationId xmlns:p14="http://schemas.microsoft.com/office/powerpoint/2010/main" val="7652109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E73D4-535B-6DCC-2268-43A5E9E12C45}"/>
              </a:ext>
            </a:extLst>
          </p:cNvPr>
          <p:cNvSpPr>
            <a:spLocks noGrp="1"/>
          </p:cNvSpPr>
          <p:nvPr>
            <p:ph type="title"/>
          </p:nvPr>
        </p:nvSpPr>
        <p:spPr/>
        <p:txBody>
          <a:bodyPr/>
          <a:lstStyle/>
          <a:p>
            <a:r>
              <a:rPr lang="en-US" dirty="0"/>
              <a:t>HOW TO GET THERE</a:t>
            </a:r>
          </a:p>
        </p:txBody>
      </p:sp>
      <p:sp>
        <p:nvSpPr>
          <p:cNvPr id="6" name="Slide Number Placeholder 5">
            <a:extLst>
              <a:ext uri="{FF2B5EF4-FFF2-40B4-BE49-F238E27FC236}">
                <a16:creationId xmlns:a16="http://schemas.microsoft.com/office/drawing/2014/main" id="{6459FCA3-0124-0FA6-220B-D72E8F8034C8}"/>
              </a:ext>
            </a:extLst>
          </p:cNvPr>
          <p:cNvSpPr>
            <a:spLocks noGrp="1"/>
          </p:cNvSpPr>
          <p:nvPr>
            <p:ph type="sldNum" sz="quarter" idx="12"/>
          </p:nvPr>
        </p:nvSpPr>
        <p:spPr/>
        <p:txBody>
          <a:bodyPr/>
          <a:lstStyle/>
          <a:p>
            <a:fld id="{294A09A9-5501-47C1-A89A-A340965A2BE2}" type="slidenum">
              <a:rPr lang="en-US" smtClean="0"/>
              <a:t>14</a:t>
            </a:fld>
            <a:endParaRPr lang="en-US" dirty="0"/>
          </a:p>
        </p:txBody>
      </p:sp>
      <p:sp>
        <p:nvSpPr>
          <p:cNvPr id="3" name="Text Placeholder 2">
            <a:extLst>
              <a:ext uri="{FF2B5EF4-FFF2-40B4-BE49-F238E27FC236}">
                <a16:creationId xmlns:a16="http://schemas.microsoft.com/office/drawing/2014/main" id="{5830852F-3FB7-6D2E-F6AC-1F6B9CAD2158}"/>
              </a:ext>
            </a:extLst>
          </p:cNvPr>
          <p:cNvSpPr>
            <a:spLocks noGrp="1"/>
          </p:cNvSpPr>
          <p:nvPr>
            <p:ph type="body" idx="1"/>
          </p:nvPr>
        </p:nvSpPr>
        <p:spPr/>
        <p:txBody>
          <a:bodyPr/>
          <a:lstStyle/>
          <a:p>
            <a:r>
              <a:rPr lang="en-US" dirty="0"/>
              <a:t>Strategize</a:t>
            </a:r>
          </a:p>
          <a:p>
            <a:endParaRPr lang="en-US" dirty="0"/>
          </a:p>
        </p:txBody>
      </p:sp>
      <p:sp>
        <p:nvSpPr>
          <p:cNvPr id="10" name="Content Placeholder 9">
            <a:extLst>
              <a:ext uri="{FF2B5EF4-FFF2-40B4-BE49-F238E27FC236}">
                <a16:creationId xmlns:a16="http://schemas.microsoft.com/office/drawing/2014/main" id="{E135D3F1-0C33-3404-5D49-E70C9D100F2A}"/>
              </a:ext>
            </a:extLst>
          </p:cNvPr>
          <p:cNvSpPr>
            <a:spLocks noGrp="1"/>
          </p:cNvSpPr>
          <p:nvPr>
            <p:ph sz="half" idx="2"/>
          </p:nvPr>
        </p:nvSpPr>
        <p:spPr/>
        <p:txBody>
          <a:bodyPr/>
          <a:lstStyle/>
          <a:p>
            <a:r>
              <a:rPr lang="en-US" dirty="0"/>
              <a:t>Do your research and develop a plan with goals</a:t>
            </a:r>
          </a:p>
          <a:p>
            <a:r>
              <a:rPr lang="en-US" dirty="0"/>
              <a:t>Diversify your portfolio through coin ownership​</a:t>
            </a:r>
          </a:p>
          <a:p>
            <a:r>
              <a:rPr lang="en-US" dirty="0"/>
              <a:t>Follow the markets closely​</a:t>
            </a:r>
          </a:p>
          <a:p>
            <a:endParaRPr lang="en-US" dirty="0"/>
          </a:p>
          <a:p>
            <a:endParaRPr lang="en-US" dirty="0"/>
          </a:p>
          <a:p>
            <a:endParaRPr lang="en-US" dirty="0"/>
          </a:p>
        </p:txBody>
      </p:sp>
      <p:sp>
        <p:nvSpPr>
          <p:cNvPr id="5" name="Text Placeholder 4">
            <a:extLst>
              <a:ext uri="{FF2B5EF4-FFF2-40B4-BE49-F238E27FC236}">
                <a16:creationId xmlns:a16="http://schemas.microsoft.com/office/drawing/2014/main" id="{BE5F7BD8-DA37-58AB-1F45-D0F045DF4B7B}"/>
              </a:ext>
            </a:extLst>
          </p:cNvPr>
          <p:cNvSpPr>
            <a:spLocks noGrp="1"/>
          </p:cNvSpPr>
          <p:nvPr>
            <p:ph type="body" sz="quarter" idx="3"/>
          </p:nvPr>
        </p:nvSpPr>
        <p:spPr/>
        <p:txBody>
          <a:bodyPr/>
          <a:lstStyle/>
          <a:p>
            <a:r>
              <a:rPr lang="en-US" dirty="0"/>
              <a:t>Minimize risk</a:t>
            </a:r>
          </a:p>
        </p:txBody>
      </p:sp>
      <p:sp>
        <p:nvSpPr>
          <p:cNvPr id="11" name="Content Placeholder 10">
            <a:extLst>
              <a:ext uri="{FF2B5EF4-FFF2-40B4-BE49-F238E27FC236}">
                <a16:creationId xmlns:a16="http://schemas.microsoft.com/office/drawing/2014/main" id="{724F2AAC-B18D-1D49-15F1-2D69101664AA}"/>
              </a:ext>
            </a:extLst>
          </p:cNvPr>
          <p:cNvSpPr>
            <a:spLocks noGrp="1"/>
          </p:cNvSpPr>
          <p:nvPr>
            <p:ph sz="quarter" idx="4"/>
          </p:nvPr>
        </p:nvSpPr>
        <p:spPr/>
        <p:txBody>
          <a:bodyPr/>
          <a:lstStyle/>
          <a:p>
            <a:r>
              <a:rPr lang="en-US" dirty="0"/>
              <a:t>Be cautious of scams and "too good to be true" scenarios</a:t>
            </a:r>
          </a:p>
          <a:p>
            <a:r>
              <a:rPr lang="en-US" dirty="0"/>
              <a:t>Avoid "all-in" strategies</a:t>
            </a:r>
          </a:p>
          <a:p>
            <a:endParaRPr lang="en-US" dirty="0"/>
          </a:p>
          <a:p>
            <a:endParaRPr lang="en-US" dirty="0"/>
          </a:p>
          <a:p>
            <a:endParaRPr lang="en-US" dirty="0"/>
          </a:p>
        </p:txBody>
      </p:sp>
      <p:sp>
        <p:nvSpPr>
          <p:cNvPr id="12" name="Text Placeholder 11">
            <a:extLst>
              <a:ext uri="{FF2B5EF4-FFF2-40B4-BE49-F238E27FC236}">
                <a16:creationId xmlns:a16="http://schemas.microsoft.com/office/drawing/2014/main" id="{5E68EFF0-69C3-F9AE-1107-E08A22BCF938}"/>
              </a:ext>
            </a:extLst>
          </p:cNvPr>
          <p:cNvSpPr>
            <a:spLocks noGrp="1"/>
          </p:cNvSpPr>
          <p:nvPr>
            <p:ph type="body" sz="quarter" idx="13"/>
          </p:nvPr>
        </p:nvSpPr>
        <p:spPr/>
        <p:txBody>
          <a:bodyPr/>
          <a:lstStyle/>
          <a:p>
            <a:r>
              <a:rPr lang="en-US" dirty="0"/>
              <a:t>Utilize resources</a:t>
            </a:r>
          </a:p>
        </p:txBody>
      </p:sp>
      <p:sp>
        <p:nvSpPr>
          <p:cNvPr id="13" name="Content Placeholder 12">
            <a:extLst>
              <a:ext uri="{FF2B5EF4-FFF2-40B4-BE49-F238E27FC236}">
                <a16:creationId xmlns:a16="http://schemas.microsoft.com/office/drawing/2014/main" id="{4D6980BD-0225-0DD6-3D62-B0B1E983AB52}"/>
              </a:ext>
            </a:extLst>
          </p:cNvPr>
          <p:cNvSpPr>
            <a:spLocks noGrp="1"/>
          </p:cNvSpPr>
          <p:nvPr>
            <p:ph sz="quarter" idx="14"/>
          </p:nvPr>
        </p:nvSpPr>
        <p:spPr>
          <a:xfrm>
            <a:off x="7973568" y="2743200"/>
            <a:ext cx="3068680" cy="2578608"/>
          </a:xfrm>
        </p:spPr>
        <p:txBody>
          <a:bodyPr/>
          <a:lstStyle/>
          <a:p>
            <a:r>
              <a:rPr lang="en-US" dirty="0"/>
              <a:t>Apps and platforms help streamline user experience</a:t>
            </a:r>
          </a:p>
          <a:p>
            <a:r>
              <a:rPr lang="en-US" dirty="0"/>
              <a:t>Seek expert guidance from Krypto Logics team members​</a:t>
            </a:r>
          </a:p>
          <a:p>
            <a:endParaRPr lang="en-US" dirty="0"/>
          </a:p>
          <a:p>
            <a:endParaRPr lang="en-US" dirty="0"/>
          </a:p>
        </p:txBody>
      </p:sp>
      <p:sp>
        <p:nvSpPr>
          <p:cNvPr id="4" name="Footer Placeholder 3">
            <a:extLst>
              <a:ext uri="{FF2B5EF4-FFF2-40B4-BE49-F238E27FC236}">
                <a16:creationId xmlns:a16="http://schemas.microsoft.com/office/drawing/2014/main" id="{A107ABA7-FC97-4D42-C4BC-897A88CF39AF}"/>
              </a:ext>
            </a:extLst>
          </p:cNvPr>
          <p:cNvSpPr>
            <a:spLocks noGrp="1"/>
          </p:cNvSpPr>
          <p:nvPr>
            <p:ph type="ftr" sz="quarter" idx="11"/>
          </p:nvPr>
        </p:nvSpPr>
        <p:spPr/>
        <p:txBody>
          <a:bodyPr/>
          <a:lstStyle/>
          <a:p>
            <a:r>
              <a:rPr lang="en-US"/>
              <a:t>Crypto: investing &amp; trading</a:t>
            </a:r>
            <a:endParaRPr lang="en-US" dirty="0"/>
          </a:p>
        </p:txBody>
      </p:sp>
    </p:spTree>
    <p:extLst>
      <p:ext uri="{BB962C8B-B14F-4D97-AF65-F5344CB8AC3E}">
        <p14:creationId xmlns:p14="http://schemas.microsoft.com/office/powerpoint/2010/main" val="18770809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57144164-5503-9D11-4F68-81F4CD378333}"/>
              </a:ext>
            </a:extLst>
          </p:cNvPr>
          <p:cNvSpPr>
            <a:spLocks noGrp="1"/>
          </p:cNvSpPr>
          <p:nvPr>
            <p:ph type="title"/>
          </p:nvPr>
        </p:nvSpPr>
        <p:spPr/>
        <p:txBody>
          <a:bodyPr/>
          <a:lstStyle/>
          <a:p>
            <a:r>
              <a:rPr lang="en-US" dirty="0"/>
              <a:t>MEET OUR TEAM</a:t>
            </a:r>
          </a:p>
        </p:txBody>
      </p:sp>
      <p:sp>
        <p:nvSpPr>
          <p:cNvPr id="11" name="Slide Number Placeholder 10">
            <a:extLst>
              <a:ext uri="{FF2B5EF4-FFF2-40B4-BE49-F238E27FC236}">
                <a16:creationId xmlns:a16="http://schemas.microsoft.com/office/drawing/2014/main" id="{9816FD90-6ABD-5EA8-0870-E27733B9F685}"/>
              </a:ext>
            </a:extLst>
          </p:cNvPr>
          <p:cNvSpPr>
            <a:spLocks noGrp="1"/>
          </p:cNvSpPr>
          <p:nvPr>
            <p:ph type="sldNum" sz="quarter" idx="11"/>
          </p:nvPr>
        </p:nvSpPr>
        <p:spPr/>
        <p:txBody>
          <a:bodyPr/>
          <a:lstStyle/>
          <a:p>
            <a:fld id="{294A09A9-5501-47C1-A89A-A340965A2BE2}" type="slidenum">
              <a:rPr lang="en-US" smtClean="0"/>
              <a:pPr/>
              <a:t>15</a:t>
            </a:fld>
            <a:endParaRPr lang="en-US" dirty="0"/>
          </a:p>
        </p:txBody>
      </p:sp>
      <p:pic>
        <p:nvPicPr>
          <p:cNvPr id="16" name="Picture Placeholder 15" descr="Team member head shot&#10;">
            <a:extLst>
              <a:ext uri="{FF2B5EF4-FFF2-40B4-BE49-F238E27FC236}">
                <a16:creationId xmlns:a16="http://schemas.microsoft.com/office/drawing/2014/main" id="{675FEA7C-5201-0219-EAA4-51C8A3B8185E}"/>
              </a:ext>
            </a:extLst>
          </p:cNvPr>
          <p:cNvPicPr>
            <a:picLocks noGrp="1" noChangeAspect="1"/>
          </p:cNvPicPr>
          <p:nvPr>
            <p:ph type="pic" sz="quarter" idx="20"/>
          </p:nvPr>
        </p:nvPicPr>
        <p:blipFill rotWithShape="1">
          <a:blip r:embed="rId2"/>
          <a:srcRect t="45" b="45"/>
          <a:stretch/>
        </p:blipFill>
        <p:spPr/>
      </p:pic>
      <p:sp>
        <p:nvSpPr>
          <p:cNvPr id="3" name="Text Placeholder 2">
            <a:extLst>
              <a:ext uri="{FF2B5EF4-FFF2-40B4-BE49-F238E27FC236}">
                <a16:creationId xmlns:a16="http://schemas.microsoft.com/office/drawing/2014/main" id="{CFC225EB-9239-A8F4-48C2-D2E44A245C26}"/>
              </a:ext>
            </a:extLst>
          </p:cNvPr>
          <p:cNvSpPr>
            <a:spLocks noGrp="1"/>
          </p:cNvSpPr>
          <p:nvPr>
            <p:ph type="body" sz="quarter" idx="12"/>
          </p:nvPr>
        </p:nvSpPr>
        <p:spPr/>
        <p:txBody>
          <a:bodyPr/>
          <a:lstStyle/>
          <a:p>
            <a:r>
              <a:rPr lang="en-US" dirty="0"/>
              <a:t>Takuma Hayashi​</a:t>
            </a:r>
          </a:p>
        </p:txBody>
      </p:sp>
      <p:sp>
        <p:nvSpPr>
          <p:cNvPr id="4" name="Text Placeholder 3">
            <a:extLst>
              <a:ext uri="{FF2B5EF4-FFF2-40B4-BE49-F238E27FC236}">
                <a16:creationId xmlns:a16="http://schemas.microsoft.com/office/drawing/2014/main" id="{BF63BCC4-AF80-8D3B-413B-3F80C74503EE}"/>
              </a:ext>
            </a:extLst>
          </p:cNvPr>
          <p:cNvSpPr>
            <a:spLocks noGrp="1"/>
          </p:cNvSpPr>
          <p:nvPr>
            <p:ph type="body" sz="quarter" idx="13"/>
          </p:nvPr>
        </p:nvSpPr>
        <p:spPr/>
        <p:txBody>
          <a:bodyPr/>
          <a:lstStyle/>
          <a:p>
            <a:r>
              <a:rPr lang="en-US" dirty="0"/>
              <a:t>President</a:t>
            </a:r>
          </a:p>
        </p:txBody>
      </p:sp>
      <p:pic>
        <p:nvPicPr>
          <p:cNvPr id="17" name="Picture Placeholder 16" descr="Team member head shot&#10;">
            <a:extLst>
              <a:ext uri="{FF2B5EF4-FFF2-40B4-BE49-F238E27FC236}">
                <a16:creationId xmlns:a16="http://schemas.microsoft.com/office/drawing/2014/main" id="{8B1E138F-E5F8-7188-0E7F-C61CC315F3CA}"/>
              </a:ext>
            </a:extLst>
          </p:cNvPr>
          <p:cNvPicPr>
            <a:picLocks noGrp="1" noChangeAspect="1"/>
          </p:cNvPicPr>
          <p:nvPr>
            <p:ph type="pic" sz="quarter" idx="21"/>
          </p:nvPr>
        </p:nvPicPr>
        <p:blipFill rotWithShape="1">
          <a:blip r:embed="rId3"/>
          <a:srcRect/>
          <a:stretch/>
        </p:blipFill>
        <p:spPr/>
      </p:pic>
      <p:sp>
        <p:nvSpPr>
          <p:cNvPr id="5" name="Text Placeholder 4">
            <a:extLst>
              <a:ext uri="{FF2B5EF4-FFF2-40B4-BE49-F238E27FC236}">
                <a16:creationId xmlns:a16="http://schemas.microsoft.com/office/drawing/2014/main" id="{664EAAE3-47A6-DF8C-088B-8353E312893A}"/>
              </a:ext>
            </a:extLst>
          </p:cNvPr>
          <p:cNvSpPr>
            <a:spLocks noGrp="1"/>
          </p:cNvSpPr>
          <p:nvPr>
            <p:ph type="body" sz="quarter" idx="14"/>
          </p:nvPr>
        </p:nvSpPr>
        <p:spPr/>
        <p:txBody>
          <a:bodyPr/>
          <a:lstStyle/>
          <a:p>
            <a:r>
              <a:rPr lang="en-US" dirty="0"/>
              <a:t>Mirjam Nilsson​</a:t>
            </a:r>
          </a:p>
        </p:txBody>
      </p:sp>
      <p:sp>
        <p:nvSpPr>
          <p:cNvPr id="6" name="Text Placeholder 5">
            <a:extLst>
              <a:ext uri="{FF2B5EF4-FFF2-40B4-BE49-F238E27FC236}">
                <a16:creationId xmlns:a16="http://schemas.microsoft.com/office/drawing/2014/main" id="{8E956031-A8E2-FF88-2769-10FEB7B754A7}"/>
              </a:ext>
            </a:extLst>
          </p:cNvPr>
          <p:cNvSpPr>
            <a:spLocks noGrp="1"/>
          </p:cNvSpPr>
          <p:nvPr>
            <p:ph type="body" sz="quarter" idx="15"/>
          </p:nvPr>
        </p:nvSpPr>
        <p:spPr/>
        <p:txBody>
          <a:bodyPr/>
          <a:lstStyle/>
          <a:p>
            <a:r>
              <a:rPr lang="en-US" dirty="0"/>
              <a:t>Chief Executive Officer</a:t>
            </a:r>
          </a:p>
        </p:txBody>
      </p:sp>
      <p:pic>
        <p:nvPicPr>
          <p:cNvPr id="18" name="Picture Placeholder 17" descr="Team member head shot&#10;">
            <a:extLst>
              <a:ext uri="{FF2B5EF4-FFF2-40B4-BE49-F238E27FC236}">
                <a16:creationId xmlns:a16="http://schemas.microsoft.com/office/drawing/2014/main" id="{F4608F53-148D-4D2F-6672-8A90E230C68A}"/>
              </a:ext>
            </a:extLst>
          </p:cNvPr>
          <p:cNvPicPr>
            <a:picLocks noGrp="1" noChangeAspect="1"/>
          </p:cNvPicPr>
          <p:nvPr>
            <p:ph type="pic" sz="quarter" idx="22"/>
          </p:nvPr>
        </p:nvPicPr>
        <p:blipFill rotWithShape="1">
          <a:blip r:embed="rId4"/>
          <a:srcRect/>
          <a:stretch/>
        </p:blipFill>
        <p:spPr/>
      </p:pic>
      <p:sp>
        <p:nvSpPr>
          <p:cNvPr id="7" name="Text Placeholder 6">
            <a:extLst>
              <a:ext uri="{FF2B5EF4-FFF2-40B4-BE49-F238E27FC236}">
                <a16:creationId xmlns:a16="http://schemas.microsoft.com/office/drawing/2014/main" id="{24AD9EB9-CF0D-0D70-D541-05E1A813D00F}"/>
              </a:ext>
            </a:extLst>
          </p:cNvPr>
          <p:cNvSpPr>
            <a:spLocks noGrp="1"/>
          </p:cNvSpPr>
          <p:nvPr>
            <p:ph type="body" sz="quarter" idx="16"/>
          </p:nvPr>
        </p:nvSpPr>
        <p:spPr/>
        <p:txBody>
          <a:bodyPr/>
          <a:lstStyle/>
          <a:p>
            <a:r>
              <a:rPr lang="en-US" dirty="0"/>
              <a:t>Flora Berggren​</a:t>
            </a:r>
          </a:p>
        </p:txBody>
      </p:sp>
      <p:sp>
        <p:nvSpPr>
          <p:cNvPr id="8" name="Text Placeholder 7">
            <a:extLst>
              <a:ext uri="{FF2B5EF4-FFF2-40B4-BE49-F238E27FC236}">
                <a16:creationId xmlns:a16="http://schemas.microsoft.com/office/drawing/2014/main" id="{869DE758-CE4B-6136-04AE-85B544CA6F5B}"/>
              </a:ext>
            </a:extLst>
          </p:cNvPr>
          <p:cNvSpPr>
            <a:spLocks noGrp="1"/>
          </p:cNvSpPr>
          <p:nvPr>
            <p:ph type="body" sz="quarter" idx="17"/>
          </p:nvPr>
        </p:nvSpPr>
        <p:spPr/>
        <p:txBody>
          <a:bodyPr/>
          <a:lstStyle/>
          <a:p>
            <a:r>
              <a:rPr lang="en-US" dirty="0"/>
              <a:t>Chief Operations Officer</a:t>
            </a:r>
          </a:p>
        </p:txBody>
      </p:sp>
      <p:pic>
        <p:nvPicPr>
          <p:cNvPr id="19" name="Picture Placeholder 18" descr="Team member head shot&#10;">
            <a:extLst>
              <a:ext uri="{FF2B5EF4-FFF2-40B4-BE49-F238E27FC236}">
                <a16:creationId xmlns:a16="http://schemas.microsoft.com/office/drawing/2014/main" id="{34C21939-A4DB-0F96-83D8-AD8FFB45359F}"/>
              </a:ext>
            </a:extLst>
          </p:cNvPr>
          <p:cNvPicPr>
            <a:picLocks noGrp="1" noChangeAspect="1"/>
          </p:cNvPicPr>
          <p:nvPr>
            <p:ph type="pic" sz="quarter" idx="23"/>
          </p:nvPr>
        </p:nvPicPr>
        <p:blipFill rotWithShape="1">
          <a:blip r:embed="rId5"/>
          <a:srcRect l="174" r="174"/>
          <a:stretch/>
        </p:blipFill>
        <p:spPr/>
      </p:pic>
      <p:sp>
        <p:nvSpPr>
          <p:cNvPr id="9" name="Text Placeholder 8">
            <a:extLst>
              <a:ext uri="{FF2B5EF4-FFF2-40B4-BE49-F238E27FC236}">
                <a16:creationId xmlns:a16="http://schemas.microsoft.com/office/drawing/2014/main" id="{22A99FBE-9850-5F5D-04D9-E3A83DEEA928}"/>
              </a:ext>
            </a:extLst>
          </p:cNvPr>
          <p:cNvSpPr>
            <a:spLocks noGrp="1"/>
          </p:cNvSpPr>
          <p:nvPr>
            <p:ph type="body" sz="quarter" idx="18"/>
          </p:nvPr>
        </p:nvSpPr>
        <p:spPr/>
        <p:txBody>
          <a:bodyPr/>
          <a:lstStyle/>
          <a:p>
            <a:r>
              <a:rPr lang="en-US" dirty="0"/>
              <a:t>Rajesh Santoshi​</a:t>
            </a:r>
          </a:p>
        </p:txBody>
      </p:sp>
      <p:sp>
        <p:nvSpPr>
          <p:cNvPr id="10" name="Text Placeholder 9">
            <a:extLst>
              <a:ext uri="{FF2B5EF4-FFF2-40B4-BE49-F238E27FC236}">
                <a16:creationId xmlns:a16="http://schemas.microsoft.com/office/drawing/2014/main" id="{19AAB49A-6730-B2CF-9537-FF9551D4EB80}"/>
              </a:ext>
            </a:extLst>
          </p:cNvPr>
          <p:cNvSpPr>
            <a:spLocks noGrp="1"/>
          </p:cNvSpPr>
          <p:nvPr>
            <p:ph type="body" sz="quarter" idx="19"/>
          </p:nvPr>
        </p:nvSpPr>
        <p:spPr/>
        <p:txBody>
          <a:bodyPr/>
          <a:lstStyle/>
          <a:p>
            <a:r>
              <a:rPr lang="en-US" dirty="0"/>
              <a:t>VP Marketing</a:t>
            </a:r>
          </a:p>
        </p:txBody>
      </p:sp>
      <p:sp>
        <p:nvSpPr>
          <p:cNvPr id="2" name="Footer Placeholder 1">
            <a:extLst>
              <a:ext uri="{FF2B5EF4-FFF2-40B4-BE49-F238E27FC236}">
                <a16:creationId xmlns:a16="http://schemas.microsoft.com/office/drawing/2014/main" id="{23DFDBA5-4CFB-88D0-C90E-69D151F5BFCA}"/>
              </a:ext>
            </a:extLst>
          </p:cNvPr>
          <p:cNvSpPr>
            <a:spLocks noGrp="1"/>
          </p:cNvSpPr>
          <p:nvPr>
            <p:ph type="ftr" sz="quarter" idx="10"/>
          </p:nvPr>
        </p:nvSpPr>
        <p:spPr/>
        <p:txBody>
          <a:bodyPr/>
          <a:lstStyle/>
          <a:p>
            <a:r>
              <a:rPr lang="en-US"/>
              <a:t>Crypto: investing &amp; trading</a:t>
            </a:r>
            <a:endParaRPr lang="en-US" dirty="0"/>
          </a:p>
        </p:txBody>
      </p:sp>
    </p:spTree>
    <p:extLst>
      <p:ext uri="{BB962C8B-B14F-4D97-AF65-F5344CB8AC3E}">
        <p14:creationId xmlns:p14="http://schemas.microsoft.com/office/powerpoint/2010/main" val="15795621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Title 32">
            <a:extLst>
              <a:ext uri="{FF2B5EF4-FFF2-40B4-BE49-F238E27FC236}">
                <a16:creationId xmlns:a16="http://schemas.microsoft.com/office/drawing/2014/main" id="{57144164-5503-9D11-4F68-81F4CD378333}"/>
              </a:ext>
            </a:extLst>
          </p:cNvPr>
          <p:cNvSpPr>
            <a:spLocks noGrp="1"/>
          </p:cNvSpPr>
          <p:nvPr>
            <p:ph type="title"/>
          </p:nvPr>
        </p:nvSpPr>
        <p:spPr/>
        <p:txBody>
          <a:bodyPr/>
          <a:lstStyle/>
          <a:p>
            <a:r>
              <a:rPr lang="en-US" dirty="0"/>
              <a:t>MEET OUR EXTENDED TEAM</a:t>
            </a:r>
          </a:p>
        </p:txBody>
      </p:sp>
      <p:sp>
        <p:nvSpPr>
          <p:cNvPr id="11" name="Slide Number Placeholder 10">
            <a:extLst>
              <a:ext uri="{FF2B5EF4-FFF2-40B4-BE49-F238E27FC236}">
                <a16:creationId xmlns:a16="http://schemas.microsoft.com/office/drawing/2014/main" id="{F02CA379-5C0D-5E21-B070-E880A01BB9A7}"/>
              </a:ext>
            </a:extLst>
          </p:cNvPr>
          <p:cNvSpPr>
            <a:spLocks noGrp="1"/>
          </p:cNvSpPr>
          <p:nvPr>
            <p:ph type="sldNum" sz="quarter" idx="11"/>
          </p:nvPr>
        </p:nvSpPr>
        <p:spPr/>
        <p:txBody>
          <a:bodyPr/>
          <a:lstStyle/>
          <a:p>
            <a:fld id="{294A09A9-5501-47C1-A89A-A340965A2BE2}" type="slidenum">
              <a:rPr lang="en-US" smtClean="0"/>
              <a:pPr/>
              <a:t>16</a:t>
            </a:fld>
            <a:endParaRPr lang="en-US" dirty="0"/>
          </a:p>
        </p:txBody>
      </p:sp>
      <p:pic>
        <p:nvPicPr>
          <p:cNvPr id="16" name="Picture Placeholder 15" descr="Team member head shot&#10;">
            <a:extLst>
              <a:ext uri="{FF2B5EF4-FFF2-40B4-BE49-F238E27FC236}">
                <a16:creationId xmlns:a16="http://schemas.microsoft.com/office/drawing/2014/main" id="{675FEA7C-5201-0219-EAA4-51C8A3B8185E}"/>
              </a:ext>
            </a:extLst>
          </p:cNvPr>
          <p:cNvPicPr>
            <a:picLocks noGrp="1" noChangeAspect="1"/>
          </p:cNvPicPr>
          <p:nvPr>
            <p:ph type="pic" sz="quarter" idx="20"/>
          </p:nvPr>
        </p:nvPicPr>
        <p:blipFill rotWithShape="1">
          <a:blip r:embed="rId2"/>
          <a:srcRect/>
          <a:stretch/>
        </p:blipFill>
        <p:spPr/>
      </p:pic>
      <p:sp>
        <p:nvSpPr>
          <p:cNvPr id="3" name="Text Placeholder 2">
            <a:extLst>
              <a:ext uri="{FF2B5EF4-FFF2-40B4-BE49-F238E27FC236}">
                <a16:creationId xmlns:a16="http://schemas.microsoft.com/office/drawing/2014/main" id="{CFC225EB-9239-A8F4-48C2-D2E44A245C26}"/>
              </a:ext>
            </a:extLst>
          </p:cNvPr>
          <p:cNvSpPr>
            <a:spLocks noGrp="1"/>
          </p:cNvSpPr>
          <p:nvPr>
            <p:ph type="body" sz="quarter" idx="12"/>
          </p:nvPr>
        </p:nvSpPr>
        <p:spPr/>
        <p:txBody>
          <a:bodyPr/>
          <a:lstStyle/>
          <a:p>
            <a:r>
              <a:rPr lang="en-US" dirty="0"/>
              <a:t>Takuma Hayashi​</a:t>
            </a:r>
          </a:p>
        </p:txBody>
      </p:sp>
      <p:sp>
        <p:nvSpPr>
          <p:cNvPr id="4" name="Text Placeholder 3">
            <a:extLst>
              <a:ext uri="{FF2B5EF4-FFF2-40B4-BE49-F238E27FC236}">
                <a16:creationId xmlns:a16="http://schemas.microsoft.com/office/drawing/2014/main" id="{BF63BCC4-AF80-8D3B-413B-3F80C74503EE}"/>
              </a:ext>
            </a:extLst>
          </p:cNvPr>
          <p:cNvSpPr>
            <a:spLocks noGrp="1"/>
          </p:cNvSpPr>
          <p:nvPr>
            <p:ph type="body" sz="quarter" idx="13"/>
          </p:nvPr>
        </p:nvSpPr>
        <p:spPr/>
        <p:txBody>
          <a:bodyPr/>
          <a:lstStyle/>
          <a:p>
            <a:r>
              <a:rPr lang="en-US" dirty="0"/>
              <a:t>President</a:t>
            </a:r>
          </a:p>
        </p:txBody>
      </p:sp>
      <p:pic>
        <p:nvPicPr>
          <p:cNvPr id="139" name="Picture Placeholder 138" descr="Team member head shot&#10;">
            <a:extLst>
              <a:ext uri="{FF2B5EF4-FFF2-40B4-BE49-F238E27FC236}">
                <a16:creationId xmlns:a16="http://schemas.microsoft.com/office/drawing/2014/main" id="{40505ADD-6A41-FEA2-952B-68B8652C37DD}"/>
              </a:ext>
            </a:extLst>
          </p:cNvPr>
          <p:cNvPicPr>
            <a:picLocks noGrp="1" noChangeAspect="1"/>
          </p:cNvPicPr>
          <p:nvPr>
            <p:ph type="pic" sz="quarter" idx="24"/>
          </p:nvPr>
        </p:nvPicPr>
        <p:blipFill rotWithShape="1">
          <a:blip r:embed="rId3"/>
          <a:srcRect/>
          <a:stretch/>
        </p:blipFill>
        <p:spPr/>
      </p:pic>
      <p:sp>
        <p:nvSpPr>
          <p:cNvPr id="131" name="Text Placeholder 130">
            <a:extLst>
              <a:ext uri="{FF2B5EF4-FFF2-40B4-BE49-F238E27FC236}">
                <a16:creationId xmlns:a16="http://schemas.microsoft.com/office/drawing/2014/main" id="{29B0FDD4-0C9D-9FEE-0CB5-5341E9A67D6A}"/>
              </a:ext>
            </a:extLst>
          </p:cNvPr>
          <p:cNvSpPr>
            <a:spLocks noGrp="1"/>
          </p:cNvSpPr>
          <p:nvPr>
            <p:ph type="body" sz="quarter" idx="28"/>
          </p:nvPr>
        </p:nvSpPr>
        <p:spPr/>
        <p:txBody>
          <a:bodyPr/>
          <a:lstStyle/>
          <a:p>
            <a:r>
              <a:rPr lang="en-US" dirty="0"/>
              <a:t>Graham Barnes</a:t>
            </a:r>
          </a:p>
        </p:txBody>
      </p:sp>
      <p:sp>
        <p:nvSpPr>
          <p:cNvPr id="132" name="Text Placeholder 131">
            <a:extLst>
              <a:ext uri="{FF2B5EF4-FFF2-40B4-BE49-F238E27FC236}">
                <a16:creationId xmlns:a16="http://schemas.microsoft.com/office/drawing/2014/main" id="{0E6B790C-A9A2-BF33-11DC-2AA2B45ADDDE}"/>
              </a:ext>
            </a:extLst>
          </p:cNvPr>
          <p:cNvSpPr>
            <a:spLocks noGrp="1"/>
          </p:cNvSpPr>
          <p:nvPr>
            <p:ph type="body" sz="quarter" idx="29"/>
          </p:nvPr>
        </p:nvSpPr>
        <p:spPr/>
        <p:txBody>
          <a:bodyPr/>
          <a:lstStyle/>
          <a:p>
            <a:r>
              <a:rPr lang="en-US" dirty="0"/>
              <a:t>VP Product</a:t>
            </a:r>
          </a:p>
        </p:txBody>
      </p:sp>
      <p:pic>
        <p:nvPicPr>
          <p:cNvPr id="17" name="Picture Placeholder 16" descr="Team member head shot&#10;">
            <a:extLst>
              <a:ext uri="{FF2B5EF4-FFF2-40B4-BE49-F238E27FC236}">
                <a16:creationId xmlns:a16="http://schemas.microsoft.com/office/drawing/2014/main" id="{8B1E138F-E5F8-7188-0E7F-C61CC315F3CA}"/>
              </a:ext>
            </a:extLst>
          </p:cNvPr>
          <p:cNvPicPr>
            <a:picLocks noGrp="1" noChangeAspect="1"/>
          </p:cNvPicPr>
          <p:nvPr>
            <p:ph type="pic" sz="quarter" idx="21"/>
          </p:nvPr>
        </p:nvPicPr>
        <p:blipFill rotWithShape="1">
          <a:blip r:embed="rId4"/>
          <a:srcRect t="75" b="75"/>
          <a:stretch/>
        </p:blipFill>
        <p:spPr/>
      </p:pic>
      <p:sp>
        <p:nvSpPr>
          <p:cNvPr id="5" name="Text Placeholder 4">
            <a:extLst>
              <a:ext uri="{FF2B5EF4-FFF2-40B4-BE49-F238E27FC236}">
                <a16:creationId xmlns:a16="http://schemas.microsoft.com/office/drawing/2014/main" id="{664EAAE3-47A6-DF8C-088B-8353E312893A}"/>
              </a:ext>
            </a:extLst>
          </p:cNvPr>
          <p:cNvSpPr>
            <a:spLocks noGrp="1"/>
          </p:cNvSpPr>
          <p:nvPr>
            <p:ph type="body" sz="quarter" idx="14"/>
          </p:nvPr>
        </p:nvSpPr>
        <p:spPr/>
        <p:txBody>
          <a:bodyPr/>
          <a:lstStyle/>
          <a:p>
            <a:r>
              <a:rPr lang="en-US" dirty="0"/>
              <a:t>Mirjam Nilsson​</a:t>
            </a:r>
          </a:p>
        </p:txBody>
      </p:sp>
      <p:sp>
        <p:nvSpPr>
          <p:cNvPr id="6" name="Text Placeholder 5">
            <a:extLst>
              <a:ext uri="{FF2B5EF4-FFF2-40B4-BE49-F238E27FC236}">
                <a16:creationId xmlns:a16="http://schemas.microsoft.com/office/drawing/2014/main" id="{8E956031-A8E2-FF88-2769-10FEB7B754A7}"/>
              </a:ext>
            </a:extLst>
          </p:cNvPr>
          <p:cNvSpPr>
            <a:spLocks noGrp="1"/>
          </p:cNvSpPr>
          <p:nvPr>
            <p:ph type="body" sz="quarter" idx="15"/>
          </p:nvPr>
        </p:nvSpPr>
        <p:spPr/>
        <p:txBody>
          <a:bodyPr/>
          <a:lstStyle/>
          <a:p>
            <a:r>
              <a:rPr lang="en-US" dirty="0"/>
              <a:t>Chief Executive Officer</a:t>
            </a:r>
          </a:p>
        </p:txBody>
      </p:sp>
      <p:pic>
        <p:nvPicPr>
          <p:cNvPr id="140" name="Picture Placeholder 139" descr="Team member head shot&#10;">
            <a:extLst>
              <a:ext uri="{FF2B5EF4-FFF2-40B4-BE49-F238E27FC236}">
                <a16:creationId xmlns:a16="http://schemas.microsoft.com/office/drawing/2014/main" id="{DAE46AC2-4E04-644A-503C-188DFB2C3463}"/>
              </a:ext>
            </a:extLst>
          </p:cNvPr>
          <p:cNvPicPr>
            <a:picLocks noGrp="1" noChangeAspect="1"/>
          </p:cNvPicPr>
          <p:nvPr>
            <p:ph type="pic" sz="quarter" idx="25"/>
          </p:nvPr>
        </p:nvPicPr>
        <p:blipFill rotWithShape="1">
          <a:blip r:embed="rId5"/>
          <a:srcRect t="75" b="75"/>
          <a:stretch/>
        </p:blipFill>
        <p:spPr/>
      </p:pic>
      <p:sp>
        <p:nvSpPr>
          <p:cNvPr id="133" name="Text Placeholder 132">
            <a:extLst>
              <a:ext uri="{FF2B5EF4-FFF2-40B4-BE49-F238E27FC236}">
                <a16:creationId xmlns:a16="http://schemas.microsoft.com/office/drawing/2014/main" id="{F73428BF-556B-39B3-A2E1-A3479B7A4368}"/>
              </a:ext>
            </a:extLst>
          </p:cNvPr>
          <p:cNvSpPr>
            <a:spLocks noGrp="1"/>
          </p:cNvSpPr>
          <p:nvPr>
            <p:ph type="body" sz="quarter" idx="30"/>
          </p:nvPr>
        </p:nvSpPr>
        <p:spPr/>
        <p:txBody>
          <a:bodyPr/>
          <a:lstStyle/>
          <a:p>
            <a:r>
              <a:rPr lang="en-US" dirty="0"/>
              <a:t>Rowan Murphy</a:t>
            </a:r>
          </a:p>
        </p:txBody>
      </p:sp>
      <p:sp>
        <p:nvSpPr>
          <p:cNvPr id="134" name="Text Placeholder 133">
            <a:extLst>
              <a:ext uri="{FF2B5EF4-FFF2-40B4-BE49-F238E27FC236}">
                <a16:creationId xmlns:a16="http://schemas.microsoft.com/office/drawing/2014/main" id="{3519B91A-73EE-B2B8-4875-2C6A0113D333}"/>
              </a:ext>
            </a:extLst>
          </p:cNvPr>
          <p:cNvSpPr>
            <a:spLocks noGrp="1"/>
          </p:cNvSpPr>
          <p:nvPr>
            <p:ph type="body" sz="quarter" idx="31"/>
          </p:nvPr>
        </p:nvSpPr>
        <p:spPr/>
        <p:txBody>
          <a:bodyPr/>
          <a:lstStyle/>
          <a:p>
            <a:r>
              <a:rPr lang="en-US" dirty="0"/>
              <a:t>SEO Strategist</a:t>
            </a:r>
          </a:p>
        </p:txBody>
      </p:sp>
      <p:pic>
        <p:nvPicPr>
          <p:cNvPr id="18" name="Picture Placeholder 17" descr="Team member head shot&#10;">
            <a:extLst>
              <a:ext uri="{FF2B5EF4-FFF2-40B4-BE49-F238E27FC236}">
                <a16:creationId xmlns:a16="http://schemas.microsoft.com/office/drawing/2014/main" id="{F4608F53-148D-4D2F-6672-8A90E230C68A}"/>
              </a:ext>
            </a:extLst>
          </p:cNvPr>
          <p:cNvPicPr>
            <a:picLocks noGrp="1" noChangeAspect="1"/>
          </p:cNvPicPr>
          <p:nvPr>
            <p:ph type="pic" sz="quarter" idx="22"/>
          </p:nvPr>
        </p:nvPicPr>
        <p:blipFill rotWithShape="1">
          <a:blip r:embed="rId6"/>
          <a:srcRect t="75" b="75"/>
          <a:stretch/>
        </p:blipFill>
        <p:spPr/>
      </p:pic>
      <p:sp>
        <p:nvSpPr>
          <p:cNvPr id="7" name="Text Placeholder 6">
            <a:extLst>
              <a:ext uri="{FF2B5EF4-FFF2-40B4-BE49-F238E27FC236}">
                <a16:creationId xmlns:a16="http://schemas.microsoft.com/office/drawing/2014/main" id="{24AD9EB9-CF0D-0D70-D541-05E1A813D00F}"/>
              </a:ext>
            </a:extLst>
          </p:cNvPr>
          <p:cNvSpPr>
            <a:spLocks noGrp="1"/>
          </p:cNvSpPr>
          <p:nvPr>
            <p:ph type="body" sz="quarter" idx="16"/>
          </p:nvPr>
        </p:nvSpPr>
        <p:spPr/>
        <p:txBody>
          <a:bodyPr/>
          <a:lstStyle/>
          <a:p>
            <a:r>
              <a:rPr lang="en-US" dirty="0"/>
              <a:t>Flora Berggren​</a:t>
            </a:r>
          </a:p>
        </p:txBody>
      </p:sp>
      <p:sp>
        <p:nvSpPr>
          <p:cNvPr id="8" name="Text Placeholder 7">
            <a:extLst>
              <a:ext uri="{FF2B5EF4-FFF2-40B4-BE49-F238E27FC236}">
                <a16:creationId xmlns:a16="http://schemas.microsoft.com/office/drawing/2014/main" id="{869DE758-CE4B-6136-04AE-85B544CA6F5B}"/>
              </a:ext>
            </a:extLst>
          </p:cNvPr>
          <p:cNvSpPr>
            <a:spLocks noGrp="1"/>
          </p:cNvSpPr>
          <p:nvPr>
            <p:ph type="body" sz="quarter" idx="17"/>
          </p:nvPr>
        </p:nvSpPr>
        <p:spPr/>
        <p:txBody>
          <a:bodyPr/>
          <a:lstStyle/>
          <a:p>
            <a:r>
              <a:rPr lang="en-US" dirty="0"/>
              <a:t>Chief Operations Officer</a:t>
            </a:r>
          </a:p>
        </p:txBody>
      </p:sp>
      <p:pic>
        <p:nvPicPr>
          <p:cNvPr id="141" name="Picture Placeholder 140" descr="Team member head shot&#10;">
            <a:extLst>
              <a:ext uri="{FF2B5EF4-FFF2-40B4-BE49-F238E27FC236}">
                <a16:creationId xmlns:a16="http://schemas.microsoft.com/office/drawing/2014/main" id="{105B8828-F685-63DD-6F9F-62F8A8DA6D06}"/>
              </a:ext>
            </a:extLst>
          </p:cNvPr>
          <p:cNvPicPr>
            <a:picLocks noGrp="1" noChangeAspect="1"/>
          </p:cNvPicPr>
          <p:nvPr>
            <p:ph type="pic" sz="quarter" idx="26"/>
          </p:nvPr>
        </p:nvPicPr>
        <p:blipFill rotWithShape="1">
          <a:blip r:embed="rId7"/>
          <a:srcRect l="291" r="291"/>
          <a:stretch/>
        </p:blipFill>
        <p:spPr/>
      </p:pic>
      <p:sp>
        <p:nvSpPr>
          <p:cNvPr id="135" name="Text Placeholder 134">
            <a:extLst>
              <a:ext uri="{FF2B5EF4-FFF2-40B4-BE49-F238E27FC236}">
                <a16:creationId xmlns:a16="http://schemas.microsoft.com/office/drawing/2014/main" id="{747BF9B3-DF8F-789C-9AF6-94771E1AF5FE}"/>
              </a:ext>
            </a:extLst>
          </p:cNvPr>
          <p:cNvSpPr>
            <a:spLocks noGrp="1"/>
          </p:cNvSpPr>
          <p:nvPr>
            <p:ph type="body" sz="quarter" idx="32"/>
          </p:nvPr>
        </p:nvSpPr>
        <p:spPr/>
        <p:txBody>
          <a:bodyPr/>
          <a:lstStyle/>
          <a:p>
            <a:r>
              <a:rPr lang="en-US" dirty="0"/>
              <a:t>Elizabeth Moore</a:t>
            </a:r>
          </a:p>
        </p:txBody>
      </p:sp>
      <p:sp>
        <p:nvSpPr>
          <p:cNvPr id="136" name="Text Placeholder 135">
            <a:extLst>
              <a:ext uri="{FF2B5EF4-FFF2-40B4-BE49-F238E27FC236}">
                <a16:creationId xmlns:a16="http://schemas.microsoft.com/office/drawing/2014/main" id="{A2297428-B6BC-F5B5-C82D-3BC4408EC576}"/>
              </a:ext>
            </a:extLst>
          </p:cNvPr>
          <p:cNvSpPr>
            <a:spLocks noGrp="1"/>
          </p:cNvSpPr>
          <p:nvPr>
            <p:ph type="body" sz="quarter" idx="33"/>
          </p:nvPr>
        </p:nvSpPr>
        <p:spPr/>
        <p:txBody>
          <a:bodyPr/>
          <a:lstStyle/>
          <a:p>
            <a:r>
              <a:rPr lang="en-US" dirty="0"/>
              <a:t>Product Designer</a:t>
            </a:r>
          </a:p>
        </p:txBody>
      </p:sp>
      <p:pic>
        <p:nvPicPr>
          <p:cNvPr id="19" name="Picture Placeholder 18" descr="Team member head shot&#10;">
            <a:extLst>
              <a:ext uri="{FF2B5EF4-FFF2-40B4-BE49-F238E27FC236}">
                <a16:creationId xmlns:a16="http://schemas.microsoft.com/office/drawing/2014/main" id="{34C21939-A4DB-0F96-83D8-AD8FFB45359F}"/>
              </a:ext>
            </a:extLst>
          </p:cNvPr>
          <p:cNvPicPr>
            <a:picLocks noGrp="1" noChangeAspect="1"/>
          </p:cNvPicPr>
          <p:nvPr>
            <p:ph type="pic" sz="quarter" idx="23"/>
          </p:nvPr>
        </p:nvPicPr>
        <p:blipFill rotWithShape="1">
          <a:blip r:embed="rId8"/>
          <a:srcRect l="99" r="99"/>
          <a:stretch/>
        </p:blipFill>
        <p:spPr/>
      </p:pic>
      <p:sp>
        <p:nvSpPr>
          <p:cNvPr id="9" name="Text Placeholder 8">
            <a:extLst>
              <a:ext uri="{FF2B5EF4-FFF2-40B4-BE49-F238E27FC236}">
                <a16:creationId xmlns:a16="http://schemas.microsoft.com/office/drawing/2014/main" id="{22A99FBE-9850-5F5D-04D9-E3A83DEEA928}"/>
              </a:ext>
            </a:extLst>
          </p:cNvPr>
          <p:cNvSpPr>
            <a:spLocks noGrp="1"/>
          </p:cNvSpPr>
          <p:nvPr>
            <p:ph type="body" sz="quarter" idx="18"/>
          </p:nvPr>
        </p:nvSpPr>
        <p:spPr/>
        <p:txBody>
          <a:bodyPr/>
          <a:lstStyle/>
          <a:p>
            <a:r>
              <a:rPr lang="en-US" dirty="0"/>
              <a:t>Rajesh Santoshi​</a:t>
            </a:r>
          </a:p>
        </p:txBody>
      </p:sp>
      <p:sp>
        <p:nvSpPr>
          <p:cNvPr id="10" name="Text Placeholder 9">
            <a:extLst>
              <a:ext uri="{FF2B5EF4-FFF2-40B4-BE49-F238E27FC236}">
                <a16:creationId xmlns:a16="http://schemas.microsoft.com/office/drawing/2014/main" id="{19AAB49A-6730-B2CF-9537-FF9551D4EB80}"/>
              </a:ext>
            </a:extLst>
          </p:cNvPr>
          <p:cNvSpPr>
            <a:spLocks noGrp="1"/>
          </p:cNvSpPr>
          <p:nvPr>
            <p:ph type="body" sz="quarter" idx="19"/>
          </p:nvPr>
        </p:nvSpPr>
        <p:spPr/>
        <p:txBody>
          <a:bodyPr/>
          <a:lstStyle/>
          <a:p>
            <a:r>
              <a:rPr lang="en-US" dirty="0"/>
              <a:t>VP Marketing</a:t>
            </a:r>
          </a:p>
        </p:txBody>
      </p:sp>
      <p:pic>
        <p:nvPicPr>
          <p:cNvPr id="142" name="Picture Placeholder 141" descr="Team member head shot&#10;">
            <a:extLst>
              <a:ext uri="{FF2B5EF4-FFF2-40B4-BE49-F238E27FC236}">
                <a16:creationId xmlns:a16="http://schemas.microsoft.com/office/drawing/2014/main" id="{E6A455C2-70F1-6DAE-26E6-C7AAE0CFA814}"/>
              </a:ext>
            </a:extLst>
          </p:cNvPr>
          <p:cNvPicPr>
            <a:picLocks noGrp="1" noChangeAspect="1"/>
          </p:cNvPicPr>
          <p:nvPr>
            <p:ph type="pic" sz="quarter" idx="27"/>
          </p:nvPr>
        </p:nvPicPr>
        <p:blipFill rotWithShape="1">
          <a:blip r:embed="rId9"/>
          <a:srcRect l="291" r="291"/>
          <a:stretch/>
        </p:blipFill>
        <p:spPr/>
      </p:pic>
      <p:sp>
        <p:nvSpPr>
          <p:cNvPr id="137" name="Text Placeholder 136">
            <a:extLst>
              <a:ext uri="{FF2B5EF4-FFF2-40B4-BE49-F238E27FC236}">
                <a16:creationId xmlns:a16="http://schemas.microsoft.com/office/drawing/2014/main" id="{651B92A3-1DB6-8A7F-09B7-C7969D53FB3A}"/>
              </a:ext>
            </a:extLst>
          </p:cNvPr>
          <p:cNvSpPr>
            <a:spLocks noGrp="1"/>
          </p:cNvSpPr>
          <p:nvPr>
            <p:ph type="body" sz="quarter" idx="34"/>
          </p:nvPr>
        </p:nvSpPr>
        <p:spPr/>
        <p:txBody>
          <a:bodyPr/>
          <a:lstStyle/>
          <a:p>
            <a:r>
              <a:rPr lang="en-US" dirty="0"/>
              <a:t>Robin Kline</a:t>
            </a:r>
          </a:p>
        </p:txBody>
      </p:sp>
      <p:sp>
        <p:nvSpPr>
          <p:cNvPr id="138" name="Text Placeholder 137">
            <a:extLst>
              <a:ext uri="{FF2B5EF4-FFF2-40B4-BE49-F238E27FC236}">
                <a16:creationId xmlns:a16="http://schemas.microsoft.com/office/drawing/2014/main" id="{462B07C6-5B4D-AB97-3376-C4F8BFC2C143}"/>
              </a:ext>
            </a:extLst>
          </p:cNvPr>
          <p:cNvSpPr>
            <a:spLocks noGrp="1"/>
          </p:cNvSpPr>
          <p:nvPr>
            <p:ph type="body" sz="quarter" idx="35"/>
          </p:nvPr>
        </p:nvSpPr>
        <p:spPr/>
        <p:txBody>
          <a:bodyPr/>
          <a:lstStyle/>
          <a:p>
            <a:r>
              <a:rPr lang="en-US" dirty="0"/>
              <a:t>Content Developer</a:t>
            </a:r>
          </a:p>
        </p:txBody>
      </p:sp>
      <p:sp>
        <p:nvSpPr>
          <p:cNvPr id="2" name="Footer Placeholder 1">
            <a:extLst>
              <a:ext uri="{FF2B5EF4-FFF2-40B4-BE49-F238E27FC236}">
                <a16:creationId xmlns:a16="http://schemas.microsoft.com/office/drawing/2014/main" id="{E0C0AB0C-E0B6-7838-D865-2AB638122FD9}"/>
              </a:ext>
            </a:extLst>
          </p:cNvPr>
          <p:cNvSpPr>
            <a:spLocks noGrp="1"/>
          </p:cNvSpPr>
          <p:nvPr>
            <p:ph type="ftr" sz="quarter" idx="10"/>
          </p:nvPr>
        </p:nvSpPr>
        <p:spPr/>
        <p:txBody>
          <a:bodyPr/>
          <a:lstStyle/>
          <a:p>
            <a:r>
              <a:rPr lang="en-US"/>
              <a:t>Crypto: investing &amp; trading</a:t>
            </a:r>
            <a:endParaRPr lang="en-US" dirty="0"/>
          </a:p>
        </p:txBody>
      </p:sp>
    </p:spTree>
    <p:extLst>
      <p:ext uri="{BB962C8B-B14F-4D97-AF65-F5344CB8AC3E}">
        <p14:creationId xmlns:p14="http://schemas.microsoft.com/office/powerpoint/2010/main" val="8406059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5BC92-868A-26B2-CBC0-C9D94E65F1A4}"/>
              </a:ext>
            </a:extLst>
          </p:cNvPr>
          <p:cNvSpPr>
            <a:spLocks noGrp="1"/>
          </p:cNvSpPr>
          <p:nvPr>
            <p:ph type="ctrTitle"/>
          </p:nvPr>
        </p:nvSpPr>
        <p:spPr/>
        <p:txBody>
          <a:bodyPr/>
          <a:lstStyle/>
          <a:p>
            <a:r>
              <a:rPr lang="en-US" sz="4000" b="1" spc="600" dirty="0" err="1">
                <a:ln w="28575">
                  <a:noFill/>
                  <a:prstDash val="solid"/>
                </a:ln>
                <a:solidFill>
                  <a:schemeClr val="bg1"/>
                </a:solidFill>
                <a:latin typeface="Tw Cen MT" panose="020B0602020104020603" pitchFamily="34" charset="77"/>
                <a:ea typeface="Verdana" panose="020B0604030504040204" pitchFamily="34" charset="0"/>
                <a:cs typeface="Verdana" panose="020B0604030504040204" pitchFamily="34" charset="0"/>
              </a:rPr>
              <a:t>ConClusion</a:t>
            </a:r>
            <a:endParaRPr lang="en-US" dirty="0"/>
          </a:p>
        </p:txBody>
      </p:sp>
      <p:sp>
        <p:nvSpPr>
          <p:cNvPr id="3" name="Subtitle 2">
            <a:extLst>
              <a:ext uri="{FF2B5EF4-FFF2-40B4-BE49-F238E27FC236}">
                <a16:creationId xmlns:a16="http://schemas.microsoft.com/office/drawing/2014/main" id="{6F9C1627-7A56-025E-482D-E2AB014EDF92}"/>
              </a:ext>
            </a:extLst>
          </p:cNvPr>
          <p:cNvSpPr>
            <a:spLocks noGrp="1"/>
          </p:cNvSpPr>
          <p:nvPr>
            <p:ph type="subTitle" idx="1"/>
          </p:nvPr>
        </p:nvSpPr>
        <p:spPr/>
        <p:txBody>
          <a:bodyPr/>
          <a:lstStyle/>
          <a:p>
            <a:r>
              <a:rPr lang="en-US" sz="1800" dirty="0">
                <a:solidFill>
                  <a:schemeClr val="bg1"/>
                </a:solidFill>
                <a:latin typeface="Segoe UI Light" panose="020B0502040204020203" pitchFamily="34" charset="0"/>
                <a:ea typeface="+mn-lt"/>
                <a:cs typeface="Segoe UI Light" panose="020B0502040204020203" pitchFamily="34" charset="0"/>
              </a:rPr>
              <a:t>At Krypto Logics, we believe in giving 110%. By using our next-generation data architecture, we help investors virtually manage their portfolios. We thrive because of our market knowledge and great team. As our CEO says, "Efficiencies will come from proactively transforming how we do business."</a:t>
            </a:r>
          </a:p>
          <a:p>
            <a:endParaRPr lang="en-US" dirty="0"/>
          </a:p>
        </p:txBody>
      </p:sp>
    </p:spTree>
    <p:extLst>
      <p:ext uri="{BB962C8B-B14F-4D97-AF65-F5344CB8AC3E}">
        <p14:creationId xmlns:p14="http://schemas.microsoft.com/office/powerpoint/2010/main" val="19587596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E1892-81E6-551C-7B5A-DEA68224520B}"/>
              </a:ext>
            </a:extLst>
          </p:cNvPr>
          <p:cNvSpPr>
            <a:spLocks noGrp="1"/>
          </p:cNvSpPr>
          <p:nvPr>
            <p:ph type="title"/>
          </p:nvPr>
        </p:nvSpPr>
        <p:spPr/>
        <p:txBody>
          <a:bodyPr/>
          <a:lstStyle/>
          <a:p>
            <a:r>
              <a:rPr lang="en-US" sz="4800" b="1" spc="600" dirty="0">
                <a:ln w="28575">
                  <a:noFill/>
                  <a:prstDash val="solid"/>
                </a:ln>
                <a:solidFill>
                  <a:schemeClr val="bg1"/>
                </a:solidFill>
                <a:latin typeface="Tw Cen MT" panose="020B0602020104020603" pitchFamily="34" charset="77"/>
              </a:rPr>
              <a:t>THANK YOU</a:t>
            </a:r>
            <a:endParaRPr lang="en-US" dirty="0"/>
          </a:p>
        </p:txBody>
      </p:sp>
    </p:spTree>
    <p:extLst>
      <p:ext uri="{BB962C8B-B14F-4D97-AF65-F5344CB8AC3E}">
        <p14:creationId xmlns:p14="http://schemas.microsoft.com/office/powerpoint/2010/main" val="1877701230"/>
      </p:ext>
    </p:extLst>
  </p:cSld>
  <p:clrMapOvr>
    <a:masterClrMapping/>
  </p:clrMapOvr>
</p:sld>
</file>

<file path=ppt/theme/theme1.xml><?xml version="1.0" encoding="utf-8"?>
<a:theme xmlns:a="http://schemas.openxmlformats.org/drawingml/2006/main" name="Office Theme">
  <a:themeElements>
    <a:clrScheme name="Custom 43">
      <a:dk1>
        <a:srgbClr val="000000"/>
      </a:dk1>
      <a:lt1>
        <a:srgbClr val="FFFFFF"/>
      </a:lt1>
      <a:dk2>
        <a:srgbClr val="64DFED"/>
      </a:dk2>
      <a:lt2>
        <a:srgbClr val="E7E6E6"/>
      </a:lt2>
      <a:accent1>
        <a:srgbClr val="92CDF0"/>
      </a:accent1>
      <a:accent2>
        <a:srgbClr val="92CDF0"/>
      </a:accent2>
      <a:accent3>
        <a:srgbClr val="ABC3F0"/>
      </a:accent3>
      <a:accent4>
        <a:srgbClr val="C3B9F2"/>
      </a:accent4>
      <a:accent5>
        <a:srgbClr val="AAA5F9"/>
      </a:accent5>
      <a:accent6>
        <a:srgbClr val="F6A6F4"/>
      </a:accent6>
      <a:hlink>
        <a:srgbClr val="0563C1"/>
      </a:hlink>
      <a:folHlink>
        <a:srgbClr val="954F72"/>
      </a:folHlink>
    </a:clrScheme>
    <a:fontScheme name="Custom 39">
      <a:majorFont>
        <a:latin typeface="Tw Cen MT"/>
        <a:ea typeface=""/>
        <a:cs typeface=""/>
      </a:majorFont>
      <a:minorFont>
        <a:latin typeface="Segoe U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nancial-design_Win32_CP_v13" id="{7A406372-3134-432A-A498-73868680C33B}" vid="{88D369DF-875A-4C31-AFF3-DEF6B94343C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4F1F1912-3146-44AF-A389-9E8B77BB3688}">
  <ds:schemaRefs>
    <ds:schemaRef ds:uri="http://schemas.microsoft.com/sharepoint/v3/contenttype/forms"/>
  </ds:schemaRefs>
</ds:datastoreItem>
</file>

<file path=customXml/itemProps2.xml><?xml version="1.0" encoding="utf-8"?>
<ds:datastoreItem xmlns:ds="http://schemas.openxmlformats.org/officeDocument/2006/customXml" ds:itemID="{176493A3-2B83-4E58-86AD-56A2F2A20F1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8B8ECF1-2A9D-464C-AFE8-2B3295D0BF97}">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Financial design</Template>
  <TotalTime>482</TotalTime>
  <Words>966</Words>
  <Application>Microsoft Office PowerPoint</Application>
  <PresentationFormat>Widescreen</PresentationFormat>
  <Paragraphs>194</Paragraphs>
  <Slides>18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Calibri</vt:lpstr>
      <vt:lpstr>Courier New</vt:lpstr>
      <vt:lpstr>Segoe UI</vt:lpstr>
      <vt:lpstr>Segoe UI Light</vt:lpstr>
      <vt:lpstr>Tw Cen MT</vt:lpstr>
      <vt:lpstr>Office Theme</vt:lpstr>
      <vt:lpstr>CSCI44 Project Presentation</vt:lpstr>
      <vt:lpstr>CONTENTS</vt:lpstr>
      <vt:lpstr>INTRODUCTION</vt:lpstr>
      <vt:lpstr>Dataset</vt:lpstr>
      <vt:lpstr>Feature Engineering 1</vt:lpstr>
      <vt:lpstr>Feature Engineering 2</vt:lpstr>
      <vt:lpstr>Feature Engineering 3</vt:lpstr>
      <vt:lpstr>Model Strategy</vt:lpstr>
      <vt:lpstr>Supervised Models 1</vt:lpstr>
      <vt:lpstr>PowerPoint Presentation</vt:lpstr>
      <vt:lpstr>WEALTH IS THE ABILITY TO FULLY EXPERIENCE LIFE. </vt:lpstr>
      <vt:lpstr>PORTFOLIO BUILDUP</vt:lpstr>
      <vt:lpstr>AREAS OF FOCUS</vt:lpstr>
      <vt:lpstr>HOW TO GET THERE</vt:lpstr>
      <vt:lpstr>MEET OUR TEAM</vt:lpstr>
      <vt:lpstr>MEET OUR EXTENDED TEAM</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YAK Gamer</dc:creator>
  <cp:lastModifiedBy>YAK Gamer</cp:lastModifiedBy>
  <cp:revision>2</cp:revision>
  <dcterms:created xsi:type="dcterms:W3CDTF">2026-01-04T12:16:51Z</dcterms:created>
  <dcterms:modified xsi:type="dcterms:W3CDTF">2026-01-04T20:19:24Z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